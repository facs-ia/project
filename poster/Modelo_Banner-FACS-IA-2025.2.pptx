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Lst>
  <p:sldSz cx="32404050" cy="43205400"/>
  <p:notesSz cx="6858000" cy="9144000"/>
  <p:defaultTextStyle>
    <a:defPPr>
      <a:defRPr lang="pt-BR"/>
    </a:defPPr>
    <a:lvl1pPr marL="0" algn="l" defTabSz="4320540" rtl="0" eaLnBrk="1" latinLnBrk="0" hangingPunct="1">
      <a:defRPr sz="8500" kern="1200">
        <a:solidFill>
          <a:schemeClr val="tx1"/>
        </a:solidFill>
        <a:latin typeface="+mn-lt"/>
        <a:ea typeface="+mn-ea"/>
        <a:cs typeface="+mn-cs"/>
      </a:defRPr>
    </a:lvl1pPr>
    <a:lvl2pPr marL="2160270" algn="l" defTabSz="4320540" rtl="0" eaLnBrk="1" latinLnBrk="0" hangingPunct="1">
      <a:defRPr sz="8500" kern="1200">
        <a:solidFill>
          <a:schemeClr val="tx1"/>
        </a:solidFill>
        <a:latin typeface="+mn-lt"/>
        <a:ea typeface="+mn-ea"/>
        <a:cs typeface="+mn-cs"/>
      </a:defRPr>
    </a:lvl2pPr>
    <a:lvl3pPr marL="4320540" algn="l" defTabSz="4320540" rtl="0" eaLnBrk="1" latinLnBrk="0" hangingPunct="1">
      <a:defRPr sz="8500" kern="1200">
        <a:solidFill>
          <a:schemeClr val="tx1"/>
        </a:solidFill>
        <a:latin typeface="+mn-lt"/>
        <a:ea typeface="+mn-ea"/>
        <a:cs typeface="+mn-cs"/>
      </a:defRPr>
    </a:lvl3pPr>
    <a:lvl4pPr marL="6480810" algn="l" defTabSz="4320540" rtl="0" eaLnBrk="1" latinLnBrk="0" hangingPunct="1">
      <a:defRPr sz="8500" kern="1200">
        <a:solidFill>
          <a:schemeClr val="tx1"/>
        </a:solidFill>
        <a:latin typeface="+mn-lt"/>
        <a:ea typeface="+mn-ea"/>
        <a:cs typeface="+mn-cs"/>
      </a:defRPr>
    </a:lvl4pPr>
    <a:lvl5pPr marL="8641080" algn="l" defTabSz="4320540" rtl="0" eaLnBrk="1" latinLnBrk="0" hangingPunct="1">
      <a:defRPr sz="8500" kern="1200">
        <a:solidFill>
          <a:schemeClr val="tx1"/>
        </a:solidFill>
        <a:latin typeface="+mn-lt"/>
        <a:ea typeface="+mn-ea"/>
        <a:cs typeface="+mn-cs"/>
      </a:defRPr>
    </a:lvl5pPr>
    <a:lvl6pPr marL="10801350" algn="l" defTabSz="4320540" rtl="0" eaLnBrk="1" latinLnBrk="0" hangingPunct="1">
      <a:defRPr sz="8500" kern="1200">
        <a:solidFill>
          <a:schemeClr val="tx1"/>
        </a:solidFill>
        <a:latin typeface="+mn-lt"/>
        <a:ea typeface="+mn-ea"/>
        <a:cs typeface="+mn-cs"/>
      </a:defRPr>
    </a:lvl6pPr>
    <a:lvl7pPr marL="12961620" algn="l" defTabSz="4320540" rtl="0" eaLnBrk="1" latinLnBrk="0" hangingPunct="1">
      <a:defRPr sz="8500" kern="1200">
        <a:solidFill>
          <a:schemeClr val="tx1"/>
        </a:solidFill>
        <a:latin typeface="+mn-lt"/>
        <a:ea typeface="+mn-ea"/>
        <a:cs typeface="+mn-cs"/>
      </a:defRPr>
    </a:lvl7pPr>
    <a:lvl8pPr marL="15121890" algn="l" defTabSz="4320540" rtl="0" eaLnBrk="1" latinLnBrk="0" hangingPunct="1">
      <a:defRPr sz="8500" kern="1200">
        <a:solidFill>
          <a:schemeClr val="tx1"/>
        </a:solidFill>
        <a:latin typeface="+mn-lt"/>
        <a:ea typeface="+mn-ea"/>
        <a:cs typeface="+mn-cs"/>
      </a:defRPr>
    </a:lvl8pPr>
    <a:lvl9pPr marL="17282160" algn="l" defTabSz="4320540" rtl="0" eaLnBrk="1" latinLnBrk="0" hangingPunct="1">
      <a:defRPr sz="85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3608">
          <p15:clr>
            <a:srgbClr val="A4A3A4"/>
          </p15:clr>
        </p15:guide>
        <p15:guide id="2" pos="10206">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4DFA0B4-13E0-F08D-1B1D-291B902E44C2}" v="268" dt="2025-09-26T00:55:24.553"/>
  </p1510:revLst>
</p1510:revInfo>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inimized" horzBarState="maximized">
    <p:restoredLeft sz="15759" autoAdjust="0"/>
    <p:restoredTop sz="95287" autoAdjust="0"/>
  </p:normalViewPr>
  <p:slideViewPr>
    <p:cSldViewPr>
      <p:cViewPr>
        <p:scale>
          <a:sx n="33" d="100"/>
          <a:sy n="33" d="100"/>
        </p:scale>
        <p:origin x="2094" y="-1908"/>
      </p:cViewPr>
      <p:guideLst>
        <p:guide orient="horz" pos="13608"/>
        <p:guide pos="10206"/>
      </p:guideLst>
    </p:cSldViewPr>
  </p:slideViewPr>
  <p:outlineViewPr>
    <p:cViewPr>
      <p:scale>
        <a:sx n="33" d="100"/>
        <a:sy n="33" d="100"/>
      </p:scale>
      <p:origin x="0" y="1152"/>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microsoft.com/office/2015/10/relationships/revisionInfo" Target="revisionInfo.xml"/><Relationship Id="rId3" Type="http://schemas.openxmlformats.org/officeDocument/2006/relationships/presProps" Target="presProps.xml"/><Relationship Id="rId7"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DAILTON DE JESUS CERQUEIRA JUNIOR" userId="S::adailton.cerqueira@ulife.com.br::4fde272d-0841-4e9c-8bd1-5d76f6d1716c" providerId="AD" clId="Web-{04DFA0B4-13E0-F08D-1B1D-291B902E44C2}"/>
    <pc:docChg chg="modSld">
      <pc:chgData name="ADAILTON DE JESUS CERQUEIRA JUNIOR" userId="S::adailton.cerqueira@ulife.com.br::4fde272d-0841-4e9c-8bd1-5d76f6d1716c" providerId="AD" clId="Web-{04DFA0B4-13E0-F08D-1B1D-291B902E44C2}" dt="2025-09-26T00:55:24.553" v="243" actId="20577"/>
      <pc:docMkLst>
        <pc:docMk/>
      </pc:docMkLst>
      <pc:sldChg chg="addSp delSp modSp">
        <pc:chgData name="ADAILTON DE JESUS CERQUEIRA JUNIOR" userId="S::adailton.cerqueira@ulife.com.br::4fde272d-0841-4e9c-8bd1-5d76f6d1716c" providerId="AD" clId="Web-{04DFA0B4-13E0-F08D-1B1D-291B902E44C2}" dt="2025-09-26T00:55:24.553" v="243" actId="20577"/>
        <pc:sldMkLst>
          <pc:docMk/>
          <pc:sldMk cId="0" sldId="257"/>
        </pc:sldMkLst>
        <pc:spChg chg="mod">
          <ac:chgData name="ADAILTON DE JESUS CERQUEIRA JUNIOR" userId="S::adailton.cerqueira@ulife.com.br::4fde272d-0841-4e9c-8bd1-5d76f6d1716c" providerId="AD" clId="Web-{04DFA0B4-13E0-F08D-1B1D-291B902E44C2}" dt="2025-09-26T00:55:24.553" v="243" actId="20577"/>
          <ac:spMkLst>
            <pc:docMk/>
            <pc:sldMk cId="0" sldId="257"/>
            <ac:spMk id="2" creationId="{00000000-0000-0000-0000-000000000000}"/>
          </ac:spMkLst>
        </pc:spChg>
        <pc:spChg chg="mod">
          <ac:chgData name="ADAILTON DE JESUS CERQUEIRA JUNIOR" userId="S::adailton.cerqueira@ulife.com.br::4fde272d-0841-4e9c-8bd1-5d76f6d1716c" providerId="AD" clId="Web-{04DFA0B4-13E0-F08D-1B1D-291B902E44C2}" dt="2025-09-26T00:47:39.551" v="74" actId="20577"/>
          <ac:spMkLst>
            <pc:docMk/>
            <pc:sldMk cId="0" sldId="257"/>
            <ac:spMk id="3" creationId="{00000000-0000-0000-0000-000000000000}"/>
          </ac:spMkLst>
        </pc:spChg>
        <pc:spChg chg="mod">
          <ac:chgData name="ADAILTON DE JESUS CERQUEIRA JUNIOR" userId="S::adailton.cerqueira@ulife.com.br::4fde272d-0841-4e9c-8bd1-5d76f6d1716c" providerId="AD" clId="Web-{04DFA0B4-13E0-F08D-1B1D-291B902E44C2}" dt="2025-09-26T00:53:14.295" v="231" actId="20577"/>
          <ac:spMkLst>
            <pc:docMk/>
            <pc:sldMk cId="0" sldId="257"/>
            <ac:spMk id="15" creationId="{00000000-0000-0000-0000-000000000000}"/>
          </ac:spMkLst>
        </pc:spChg>
        <pc:spChg chg="mod">
          <ac:chgData name="ADAILTON DE JESUS CERQUEIRA JUNIOR" userId="S::adailton.cerqueira@ulife.com.br::4fde272d-0841-4e9c-8bd1-5d76f6d1716c" providerId="AD" clId="Web-{04DFA0B4-13E0-F08D-1B1D-291B902E44C2}" dt="2025-09-26T00:48:03.584" v="78" actId="20577"/>
          <ac:spMkLst>
            <pc:docMk/>
            <pc:sldMk cId="0" sldId="257"/>
            <ac:spMk id="17" creationId="{00000000-0000-0000-0000-000000000000}"/>
          </ac:spMkLst>
        </pc:spChg>
        <pc:graphicFrameChg chg="mod modGraphic">
          <ac:chgData name="ADAILTON DE JESUS CERQUEIRA JUNIOR" userId="S::adailton.cerqueira@ulife.com.br::4fde272d-0841-4e9c-8bd1-5d76f6d1716c" providerId="AD" clId="Web-{04DFA0B4-13E0-F08D-1B1D-291B902E44C2}" dt="2025-09-26T00:51:33.832" v="200" actId="1076"/>
          <ac:graphicFrameMkLst>
            <pc:docMk/>
            <pc:sldMk cId="0" sldId="257"/>
            <ac:graphicFrameMk id="8" creationId="{00000000-0000-0000-0000-000000000000}"/>
          </ac:graphicFrameMkLst>
        </pc:graphicFrameChg>
        <pc:graphicFrameChg chg="del">
          <ac:chgData name="ADAILTON DE JESUS CERQUEIRA JUNIOR" userId="S::adailton.cerqueira@ulife.com.br::4fde272d-0841-4e9c-8bd1-5d76f6d1716c" providerId="AD" clId="Web-{04DFA0B4-13E0-F08D-1B1D-291B902E44C2}" dt="2025-09-26T00:48:25.008" v="81"/>
          <ac:graphicFrameMkLst>
            <pc:docMk/>
            <pc:sldMk cId="0" sldId="257"/>
            <ac:graphicFrameMk id="10" creationId="{00000000-0000-0000-0000-000000000000}"/>
          </ac:graphicFrameMkLst>
        </pc:graphicFrameChg>
        <pc:picChg chg="add del mod">
          <ac:chgData name="ADAILTON DE JESUS CERQUEIRA JUNIOR" userId="S::adailton.cerqueira@ulife.com.br::4fde272d-0841-4e9c-8bd1-5d76f6d1716c" providerId="AD" clId="Web-{04DFA0B4-13E0-F08D-1B1D-291B902E44C2}" dt="2025-09-26T00:31:41.045" v="9"/>
          <ac:picMkLst>
            <pc:docMk/>
            <pc:sldMk cId="0" sldId="257"/>
            <ac:picMk id="6" creationId="{2F7AA305-31C1-24B8-58D8-4A041008685B}"/>
          </ac:picMkLst>
        </pc:picChg>
        <pc:picChg chg="add mod">
          <ac:chgData name="ADAILTON DE JESUS CERQUEIRA JUNIOR" userId="S::adailton.cerqueira@ulife.com.br::4fde272d-0841-4e9c-8bd1-5d76f6d1716c" providerId="AD" clId="Web-{04DFA0B4-13E0-F08D-1B1D-291B902E44C2}" dt="2025-09-26T00:33:36.697" v="21" actId="1076"/>
          <ac:picMkLst>
            <pc:docMk/>
            <pc:sldMk cId="0" sldId="257"/>
            <ac:picMk id="7" creationId="{DE0425B4-4BBE-4119-F4E3-54908A697293}"/>
          </ac:picMkLst>
        </pc:picChg>
        <pc:picChg chg="add mod">
          <ac:chgData name="ADAILTON DE JESUS CERQUEIRA JUNIOR" userId="S::adailton.cerqueira@ulife.com.br::4fde272d-0841-4e9c-8bd1-5d76f6d1716c" providerId="AD" clId="Web-{04DFA0B4-13E0-F08D-1B1D-291B902E44C2}" dt="2025-09-26T00:33:43.447" v="22" actId="1076"/>
          <ac:picMkLst>
            <pc:docMk/>
            <pc:sldMk cId="0" sldId="257"/>
            <ac:picMk id="11" creationId="{16012876-1C84-8DE5-9B13-5905E424B1C3}"/>
          </ac:picMkLst>
        </pc:picChg>
        <pc:picChg chg="del">
          <ac:chgData name="ADAILTON DE JESUS CERQUEIRA JUNIOR" userId="S::adailton.cerqueira@ulife.com.br::4fde272d-0841-4e9c-8bd1-5d76f6d1716c" providerId="AD" clId="Web-{04DFA0B4-13E0-F08D-1B1D-291B902E44C2}" dt="2025-09-26T00:28:06.861" v="0"/>
          <ac:picMkLst>
            <pc:docMk/>
            <pc:sldMk cId="0" sldId="257"/>
            <ac:picMk id="12" creationId="{00000000-0000-0000-0000-000000000000}"/>
          </ac:picMkLst>
        </pc:picChg>
        <pc:picChg chg="add mod">
          <ac:chgData name="ADAILTON DE JESUS CERQUEIRA JUNIOR" userId="S::adailton.cerqueira@ulife.com.br::4fde272d-0841-4e9c-8bd1-5d76f6d1716c" providerId="AD" clId="Web-{04DFA0B4-13E0-F08D-1B1D-291B902E44C2}" dt="2025-09-26T00:53:20.404" v="233" actId="1076"/>
          <ac:picMkLst>
            <pc:docMk/>
            <pc:sldMk cId="0" sldId="257"/>
            <ac:picMk id="13" creationId="{22B7F8E9-EA4A-C4A3-891A-40C2F5F7723B}"/>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Slide de título">
    <p:bg>
      <p:bgRef idx="1001">
        <a:schemeClr val="bg1"/>
      </p:bgRef>
    </p:bg>
    <p:spTree>
      <p:nvGrpSpPr>
        <p:cNvPr id="1" name=""/>
        <p:cNvGrpSpPr/>
        <p:nvPr/>
      </p:nvGrpSpPr>
      <p:grpSpPr>
        <a:xfrm>
          <a:off x="0" y="0"/>
          <a:ext cx="0" cy="0"/>
          <a:chOff x="0" y="0"/>
          <a:chExt cx="0" cy="0"/>
        </a:xfrm>
      </p:grpSpPr>
      <p:sp>
        <p:nvSpPr>
          <p:cNvPr id="2" name="Título 1"/>
          <p:cNvSpPr>
            <a:spLocks noGrp="1"/>
          </p:cNvSpPr>
          <p:nvPr>
            <p:ph type="ctrTitle"/>
          </p:nvPr>
        </p:nvSpPr>
        <p:spPr>
          <a:xfrm>
            <a:off x="2430304" y="13421680"/>
            <a:ext cx="27543443" cy="9261158"/>
          </a:xfrm>
        </p:spPr>
        <p:txBody>
          <a:bodyPr/>
          <a:lstStyle/>
          <a:p>
            <a:r>
              <a:rPr lang="pt-BR"/>
              <a:t>Clique para editar o estilo do título mestre</a:t>
            </a:r>
          </a:p>
        </p:txBody>
      </p:sp>
      <p:sp>
        <p:nvSpPr>
          <p:cNvPr id="3" name="Subtítulo 2"/>
          <p:cNvSpPr>
            <a:spLocks noGrp="1"/>
          </p:cNvSpPr>
          <p:nvPr>
            <p:ph type="subTitle" idx="1"/>
          </p:nvPr>
        </p:nvSpPr>
        <p:spPr>
          <a:xfrm>
            <a:off x="4860608" y="24483060"/>
            <a:ext cx="22682835" cy="11041380"/>
          </a:xfrm>
        </p:spPr>
        <p:txBody>
          <a:bodyPr/>
          <a:lstStyle>
            <a:lvl1pPr marL="0" indent="0" algn="ctr">
              <a:buNone/>
              <a:defRPr>
                <a:solidFill>
                  <a:schemeClr val="tx1">
                    <a:tint val="75000"/>
                  </a:schemeClr>
                </a:solidFill>
              </a:defRPr>
            </a:lvl1pPr>
            <a:lvl2pPr marL="2160270" indent="0" algn="ctr">
              <a:buNone/>
              <a:defRPr>
                <a:solidFill>
                  <a:schemeClr val="tx1">
                    <a:tint val="75000"/>
                  </a:schemeClr>
                </a:solidFill>
              </a:defRPr>
            </a:lvl2pPr>
            <a:lvl3pPr marL="4320540" indent="0" algn="ctr">
              <a:buNone/>
              <a:defRPr>
                <a:solidFill>
                  <a:schemeClr val="tx1">
                    <a:tint val="75000"/>
                  </a:schemeClr>
                </a:solidFill>
              </a:defRPr>
            </a:lvl3pPr>
            <a:lvl4pPr marL="6480810" indent="0" algn="ctr">
              <a:buNone/>
              <a:defRPr>
                <a:solidFill>
                  <a:schemeClr val="tx1">
                    <a:tint val="75000"/>
                  </a:schemeClr>
                </a:solidFill>
              </a:defRPr>
            </a:lvl4pPr>
            <a:lvl5pPr marL="8641080" indent="0" algn="ctr">
              <a:buNone/>
              <a:defRPr>
                <a:solidFill>
                  <a:schemeClr val="tx1">
                    <a:tint val="75000"/>
                  </a:schemeClr>
                </a:solidFill>
              </a:defRPr>
            </a:lvl5pPr>
            <a:lvl6pPr marL="10801350" indent="0" algn="ctr">
              <a:buNone/>
              <a:defRPr>
                <a:solidFill>
                  <a:schemeClr val="tx1">
                    <a:tint val="75000"/>
                  </a:schemeClr>
                </a:solidFill>
              </a:defRPr>
            </a:lvl6pPr>
            <a:lvl7pPr marL="12961620" indent="0" algn="ctr">
              <a:buNone/>
              <a:defRPr>
                <a:solidFill>
                  <a:schemeClr val="tx1">
                    <a:tint val="75000"/>
                  </a:schemeClr>
                </a:solidFill>
              </a:defRPr>
            </a:lvl7pPr>
            <a:lvl8pPr marL="15121890" indent="0" algn="ctr">
              <a:buNone/>
              <a:defRPr>
                <a:solidFill>
                  <a:schemeClr val="tx1">
                    <a:tint val="75000"/>
                  </a:schemeClr>
                </a:solidFill>
              </a:defRPr>
            </a:lvl8pPr>
            <a:lvl9pPr marL="17282160" indent="0" algn="ctr">
              <a:buNone/>
              <a:defRPr>
                <a:solidFill>
                  <a:schemeClr val="tx1">
                    <a:tint val="75000"/>
                  </a:schemeClr>
                </a:solidFill>
              </a:defRPr>
            </a:lvl9pPr>
          </a:lstStyle>
          <a:p>
            <a:r>
              <a:rPr lang="pt-BR"/>
              <a:t>Clique para editar o estilo do subtítulo mestre</a:t>
            </a:r>
          </a:p>
        </p:txBody>
      </p:sp>
      <p:sp>
        <p:nvSpPr>
          <p:cNvPr id="4" name="Espaço Reservado para Data 3"/>
          <p:cNvSpPr>
            <a:spLocks noGrp="1"/>
          </p:cNvSpPr>
          <p:nvPr>
            <p:ph type="dt" sz="half" idx="10"/>
          </p:nvPr>
        </p:nvSpPr>
        <p:spPr/>
        <p:txBody>
          <a:bodyPr/>
          <a:lstStyle/>
          <a:p>
            <a:fld id="{B34088D9-6F99-4774-8F18-D88D64460132}" type="datetimeFigureOut">
              <a:rPr lang="pt-BR" smtClean="0"/>
              <a:pPr/>
              <a:t>19/11/2025</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A43A5AF6-92C6-4656-8B3D-FE2340DD8210}" type="slidenum">
              <a:rPr lang="pt-BR" smtClean="0"/>
              <a:pPr/>
              <a:t>‹nº›</a:t>
            </a:fld>
            <a:endParaRPr lang="pt-BR"/>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3">
            <a:lumMod val="20000"/>
            <a:lumOff val="80000"/>
            <a:alpha val="24000"/>
          </a:schemeClr>
        </a:solidFill>
        <a:effectLst/>
      </p:bgPr>
    </p:bg>
    <p:spTree>
      <p:nvGrpSpPr>
        <p:cNvPr id="1" name=""/>
        <p:cNvGrpSpPr/>
        <p:nvPr/>
      </p:nvGrpSpPr>
      <p:grpSpPr>
        <a:xfrm>
          <a:off x="0" y="0"/>
          <a:ext cx="0" cy="0"/>
          <a:chOff x="0" y="0"/>
          <a:chExt cx="0" cy="0"/>
        </a:xfrm>
      </p:grpSpPr>
      <p:sp>
        <p:nvSpPr>
          <p:cNvPr id="2" name="Espaço Reservado para Título 1"/>
          <p:cNvSpPr>
            <a:spLocks noGrp="1"/>
          </p:cNvSpPr>
          <p:nvPr>
            <p:ph type="title"/>
          </p:nvPr>
        </p:nvSpPr>
        <p:spPr>
          <a:xfrm>
            <a:off x="1620203" y="1730219"/>
            <a:ext cx="29163645" cy="7200900"/>
          </a:xfrm>
          <a:prstGeom prst="rect">
            <a:avLst/>
          </a:prstGeom>
        </p:spPr>
        <p:txBody>
          <a:bodyPr vert="horz" lIns="432054" tIns="216027" rIns="432054" bIns="216027" rtlCol="0" anchor="ctr">
            <a:normAutofit/>
          </a:bodyPr>
          <a:lstStyle/>
          <a:p>
            <a:r>
              <a:rPr lang="pt-BR"/>
              <a:t>Clique para editar o estilo do título mestre</a:t>
            </a:r>
          </a:p>
        </p:txBody>
      </p:sp>
      <p:sp>
        <p:nvSpPr>
          <p:cNvPr id="3" name="Espaço Reservado para Texto 2"/>
          <p:cNvSpPr>
            <a:spLocks noGrp="1"/>
          </p:cNvSpPr>
          <p:nvPr>
            <p:ph type="body" idx="1"/>
          </p:nvPr>
        </p:nvSpPr>
        <p:spPr>
          <a:xfrm>
            <a:off x="1620203" y="10081263"/>
            <a:ext cx="29163645" cy="28513567"/>
          </a:xfrm>
          <a:prstGeom prst="rect">
            <a:avLst/>
          </a:prstGeom>
        </p:spPr>
        <p:txBody>
          <a:bodyPr vert="horz" lIns="432054" tIns="216027" rIns="432054" bIns="216027" rtlCol="0">
            <a:normAutofit/>
          </a:body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2"/>
          </p:nvPr>
        </p:nvSpPr>
        <p:spPr>
          <a:xfrm>
            <a:off x="1620203" y="40045008"/>
            <a:ext cx="7560945" cy="2300288"/>
          </a:xfrm>
          <a:prstGeom prst="rect">
            <a:avLst/>
          </a:prstGeom>
        </p:spPr>
        <p:txBody>
          <a:bodyPr vert="horz" lIns="432054" tIns="216027" rIns="432054" bIns="216027" rtlCol="0" anchor="ctr"/>
          <a:lstStyle>
            <a:lvl1pPr algn="l">
              <a:defRPr sz="5700">
                <a:solidFill>
                  <a:schemeClr val="tx1">
                    <a:tint val="75000"/>
                  </a:schemeClr>
                </a:solidFill>
              </a:defRPr>
            </a:lvl1pPr>
          </a:lstStyle>
          <a:p>
            <a:fld id="{B34088D9-6F99-4774-8F18-D88D64460132}" type="datetimeFigureOut">
              <a:rPr lang="pt-BR" smtClean="0"/>
              <a:pPr/>
              <a:t>19/11/2025</a:t>
            </a:fld>
            <a:endParaRPr lang="pt-BR"/>
          </a:p>
        </p:txBody>
      </p:sp>
      <p:sp>
        <p:nvSpPr>
          <p:cNvPr id="5" name="Espaço Reservado para Rodapé 4"/>
          <p:cNvSpPr>
            <a:spLocks noGrp="1"/>
          </p:cNvSpPr>
          <p:nvPr>
            <p:ph type="ftr" sz="quarter" idx="3"/>
          </p:nvPr>
        </p:nvSpPr>
        <p:spPr>
          <a:xfrm>
            <a:off x="11071384" y="40045008"/>
            <a:ext cx="10261283" cy="2300288"/>
          </a:xfrm>
          <a:prstGeom prst="rect">
            <a:avLst/>
          </a:prstGeom>
        </p:spPr>
        <p:txBody>
          <a:bodyPr vert="horz" lIns="432054" tIns="216027" rIns="432054" bIns="216027" rtlCol="0" anchor="ctr"/>
          <a:lstStyle>
            <a:lvl1pPr algn="ctr">
              <a:defRPr sz="5700">
                <a:solidFill>
                  <a:schemeClr val="tx1">
                    <a:tint val="75000"/>
                  </a:schemeClr>
                </a:solidFill>
              </a:defRPr>
            </a:lvl1pPr>
          </a:lstStyle>
          <a:p>
            <a:endParaRPr lang="pt-BR"/>
          </a:p>
        </p:txBody>
      </p:sp>
      <p:sp>
        <p:nvSpPr>
          <p:cNvPr id="6" name="Espaço Reservado para Número de Slide 5"/>
          <p:cNvSpPr>
            <a:spLocks noGrp="1"/>
          </p:cNvSpPr>
          <p:nvPr>
            <p:ph type="sldNum" sz="quarter" idx="4"/>
          </p:nvPr>
        </p:nvSpPr>
        <p:spPr>
          <a:xfrm>
            <a:off x="23222903" y="40045008"/>
            <a:ext cx="7560945" cy="2300288"/>
          </a:xfrm>
          <a:prstGeom prst="rect">
            <a:avLst/>
          </a:prstGeom>
        </p:spPr>
        <p:txBody>
          <a:bodyPr vert="horz" lIns="432054" tIns="216027" rIns="432054" bIns="216027" rtlCol="0" anchor="ctr"/>
          <a:lstStyle>
            <a:lvl1pPr algn="r">
              <a:defRPr sz="5700">
                <a:solidFill>
                  <a:schemeClr val="tx1">
                    <a:tint val="75000"/>
                  </a:schemeClr>
                </a:solidFill>
              </a:defRPr>
            </a:lvl1pPr>
          </a:lstStyle>
          <a:p>
            <a:fld id="{A43A5AF6-92C6-4656-8B3D-FE2340DD8210}" type="slidenum">
              <a:rPr lang="pt-BR" smtClean="0"/>
              <a:pPr/>
              <a:t>‹nº›</a:t>
            </a:fld>
            <a:endParaRPr lang="pt-B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ctr" defTabSz="4320540" rtl="0" eaLnBrk="1" latinLnBrk="0" hangingPunct="1">
        <a:spcBef>
          <a:spcPct val="0"/>
        </a:spcBef>
        <a:buNone/>
        <a:defRPr sz="20800" kern="1200">
          <a:solidFill>
            <a:schemeClr val="tx1"/>
          </a:solidFill>
          <a:latin typeface="+mj-lt"/>
          <a:ea typeface="+mj-ea"/>
          <a:cs typeface="+mj-cs"/>
        </a:defRPr>
      </a:lvl1pPr>
    </p:titleStyle>
    <p:bodyStyle>
      <a:lvl1pPr marL="1620203" indent="-1620203" algn="l" defTabSz="4320540" rtl="0" eaLnBrk="1" latinLnBrk="0" hangingPunct="1">
        <a:spcBef>
          <a:spcPct val="20000"/>
        </a:spcBef>
        <a:buFont typeface="Arial" pitchFamily="34" charset="0"/>
        <a:buChar char="•"/>
        <a:defRPr sz="15100" kern="1200">
          <a:solidFill>
            <a:schemeClr val="tx1"/>
          </a:solidFill>
          <a:latin typeface="+mn-lt"/>
          <a:ea typeface="+mn-ea"/>
          <a:cs typeface="+mn-cs"/>
        </a:defRPr>
      </a:lvl1pPr>
      <a:lvl2pPr marL="3510439" indent="-1350169" algn="l" defTabSz="4320540" rtl="0" eaLnBrk="1" latinLnBrk="0" hangingPunct="1">
        <a:spcBef>
          <a:spcPct val="20000"/>
        </a:spcBef>
        <a:buFont typeface="Arial" pitchFamily="34" charset="0"/>
        <a:buChar char="–"/>
        <a:defRPr sz="13200" kern="1200">
          <a:solidFill>
            <a:schemeClr val="tx1"/>
          </a:solidFill>
          <a:latin typeface="+mn-lt"/>
          <a:ea typeface="+mn-ea"/>
          <a:cs typeface="+mn-cs"/>
        </a:defRPr>
      </a:lvl2pPr>
      <a:lvl3pPr marL="5400675" indent="-1080135" algn="l" defTabSz="4320540" rtl="0" eaLnBrk="1" latinLnBrk="0" hangingPunct="1">
        <a:spcBef>
          <a:spcPct val="20000"/>
        </a:spcBef>
        <a:buFont typeface="Arial" pitchFamily="34" charset="0"/>
        <a:buChar char="•"/>
        <a:defRPr sz="11300" kern="1200">
          <a:solidFill>
            <a:schemeClr val="tx1"/>
          </a:solidFill>
          <a:latin typeface="+mn-lt"/>
          <a:ea typeface="+mn-ea"/>
          <a:cs typeface="+mn-cs"/>
        </a:defRPr>
      </a:lvl3pPr>
      <a:lvl4pPr marL="7560945" indent="-1080135" algn="l" defTabSz="4320540" rtl="0" eaLnBrk="1" latinLnBrk="0" hangingPunct="1">
        <a:spcBef>
          <a:spcPct val="20000"/>
        </a:spcBef>
        <a:buFont typeface="Arial" pitchFamily="34" charset="0"/>
        <a:buChar char="–"/>
        <a:defRPr sz="9500" kern="1200">
          <a:solidFill>
            <a:schemeClr val="tx1"/>
          </a:solidFill>
          <a:latin typeface="+mn-lt"/>
          <a:ea typeface="+mn-ea"/>
          <a:cs typeface="+mn-cs"/>
        </a:defRPr>
      </a:lvl4pPr>
      <a:lvl5pPr marL="9721215" indent="-1080135" algn="l" defTabSz="4320540" rtl="0" eaLnBrk="1" latinLnBrk="0" hangingPunct="1">
        <a:spcBef>
          <a:spcPct val="20000"/>
        </a:spcBef>
        <a:buFont typeface="Arial" pitchFamily="34" charset="0"/>
        <a:buChar char="»"/>
        <a:defRPr sz="9500" kern="1200">
          <a:solidFill>
            <a:schemeClr val="tx1"/>
          </a:solidFill>
          <a:latin typeface="+mn-lt"/>
          <a:ea typeface="+mn-ea"/>
          <a:cs typeface="+mn-cs"/>
        </a:defRPr>
      </a:lvl5pPr>
      <a:lvl6pPr marL="11881485" indent="-1080135" algn="l" defTabSz="4320540" rtl="0" eaLnBrk="1" latinLnBrk="0" hangingPunct="1">
        <a:spcBef>
          <a:spcPct val="20000"/>
        </a:spcBef>
        <a:buFont typeface="Arial" pitchFamily="34" charset="0"/>
        <a:buChar char="•"/>
        <a:defRPr sz="9500" kern="1200">
          <a:solidFill>
            <a:schemeClr val="tx1"/>
          </a:solidFill>
          <a:latin typeface="+mn-lt"/>
          <a:ea typeface="+mn-ea"/>
          <a:cs typeface="+mn-cs"/>
        </a:defRPr>
      </a:lvl6pPr>
      <a:lvl7pPr marL="14041755" indent="-1080135" algn="l" defTabSz="4320540" rtl="0" eaLnBrk="1" latinLnBrk="0" hangingPunct="1">
        <a:spcBef>
          <a:spcPct val="20000"/>
        </a:spcBef>
        <a:buFont typeface="Arial" pitchFamily="34" charset="0"/>
        <a:buChar char="•"/>
        <a:defRPr sz="9500" kern="1200">
          <a:solidFill>
            <a:schemeClr val="tx1"/>
          </a:solidFill>
          <a:latin typeface="+mn-lt"/>
          <a:ea typeface="+mn-ea"/>
          <a:cs typeface="+mn-cs"/>
        </a:defRPr>
      </a:lvl7pPr>
      <a:lvl8pPr marL="16202025" indent="-1080135" algn="l" defTabSz="4320540" rtl="0" eaLnBrk="1" latinLnBrk="0" hangingPunct="1">
        <a:spcBef>
          <a:spcPct val="20000"/>
        </a:spcBef>
        <a:buFont typeface="Arial" pitchFamily="34" charset="0"/>
        <a:buChar char="•"/>
        <a:defRPr sz="9500" kern="1200">
          <a:solidFill>
            <a:schemeClr val="tx1"/>
          </a:solidFill>
          <a:latin typeface="+mn-lt"/>
          <a:ea typeface="+mn-ea"/>
          <a:cs typeface="+mn-cs"/>
        </a:defRPr>
      </a:lvl8pPr>
      <a:lvl9pPr marL="18362295" indent="-1080135" algn="l" defTabSz="4320540" rtl="0" eaLnBrk="1" latinLnBrk="0" hangingPunct="1">
        <a:spcBef>
          <a:spcPct val="20000"/>
        </a:spcBef>
        <a:buFont typeface="Arial" pitchFamily="34" charset="0"/>
        <a:buChar char="•"/>
        <a:defRPr sz="9500" kern="1200">
          <a:solidFill>
            <a:schemeClr val="tx1"/>
          </a:solidFill>
          <a:latin typeface="+mn-lt"/>
          <a:ea typeface="+mn-ea"/>
          <a:cs typeface="+mn-cs"/>
        </a:defRPr>
      </a:lvl9pPr>
    </p:bodyStyle>
    <p:otherStyle>
      <a:defPPr>
        <a:defRPr lang="pt-BR"/>
      </a:defPPr>
      <a:lvl1pPr marL="0" algn="l" defTabSz="4320540" rtl="0" eaLnBrk="1" latinLnBrk="0" hangingPunct="1">
        <a:defRPr sz="8500" kern="1200">
          <a:solidFill>
            <a:schemeClr val="tx1"/>
          </a:solidFill>
          <a:latin typeface="+mn-lt"/>
          <a:ea typeface="+mn-ea"/>
          <a:cs typeface="+mn-cs"/>
        </a:defRPr>
      </a:lvl1pPr>
      <a:lvl2pPr marL="2160270" algn="l" defTabSz="4320540" rtl="0" eaLnBrk="1" latinLnBrk="0" hangingPunct="1">
        <a:defRPr sz="8500" kern="1200">
          <a:solidFill>
            <a:schemeClr val="tx1"/>
          </a:solidFill>
          <a:latin typeface="+mn-lt"/>
          <a:ea typeface="+mn-ea"/>
          <a:cs typeface="+mn-cs"/>
        </a:defRPr>
      </a:lvl2pPr>
      <a:lvl3pPr marL="4320540" algn="l" defTabSz="4320540" rtl="0" eaLnBrk="1" latinLnBrk="0" hangingPunct="1">
        <a:defRPr sz="8500" kern="1200">
          <a:solidFill>
            <a:schemeClr val="tx1"/>
          </a:solidFill>
          <a:latin typeface="+mn-lt"/>
          <a:ea typeface="+mn-ea"/>
          <a:cs typeface="+mn-cs"/>
        </a:defRPr>
      </a:lvl3pPr>
      <a:lvl4pPr marL="6480810" algn="l" defTabSz="4320540" rtl="0" eaLnBrk="1" latinLnBrk="0" hangingPunct="1">
        <a:defRPr sz="8500" kern="1200">
          <a:solidFill>
            <a:schemeClr val="tx1"/>
          </a:solidFill>
          <a:latin typeface="+mn-lt"/>
          <a:ea typeface="+mn-ea"/>
          <a:cs typeface="+mn-cs"/>
        </a:defRPr>
      </a:lvl4pPr>
      <a:lvl5pPr marL="8641080" algn="l" defTabSz="4320540" rtl="0" eaLnBrk="1" latinLnBrk="0" hangingPunct="1">
        <a:defRPr sz="8500" kern="1200">
          <a:solidFill>
            <a:schemeClr val="tx1"/>
          </a:solidFill>
          <a:latin typeface="+mn-lt"/>
          <a:ea typeface="+mn-ea"/>
          <a:cs typeface="+mn-cs"/>
        </a:defRPr>
      </a:lvl5pPr>
      <a:lvl6pPr marL="10801350" algn="l" defTabSz="4320540" rtl="0" eaLnBrk="1" latinLnBrk="0" hangingPunct="1">
        <a:defRPr sz="8500" kern="1200">
          <a:solidFill>
            <a:schemeClr val="tx1"/>
          </a:solidFill>
          <a:latin typeface="+mn-lt"/>
          <a:ea typeface="+mn-ea"/>
          <a:cs typeface="+mn-cs"/>
        </a:defRPr>
      </a:lvl6pPr>
      <a:lvl7pPr marL="12961620" algn="l" defTabSz="4320540" rtl="0" eaLnBrk="1" latinLnBrk="0" hangingPunct="1">
        <a:defRPr sz="8500" kern="1200">
          <a:solidFill>
            <a:schemeClr val="tx1"/>
          </a:solidFill>
          <a:latin typeface="+mn-lt"/>
          <a:ea typeface="+mn-ea"/>
          <a:cs typeface="+mn-cs"/>
        </a:defRPr>
      </a:lvl7pPr>
      <a:lvl8pPr marL="15121890" algn="l" defTabSz="4320540" rtl="0" eaLnBrk="1" latinLnBrk="0" hangingPunct="1">
        <a:defRPr sz="8500" kern="1200">
          <a:solidFill>
            <a:schemeClr val="tx1"/>
          </a:solidFill>
          <a:latin typeface="+mn-lt"/>
          <a:ea typeface="+mn-ea"/>
          <a:cs typeface="+mn-cs"/>
        </a:defRPr>
      </a:lvl8pPr>
      <a:lvl9pPr marL="17282160" algn="l" defTabSz="4320540" rtl="0" eaLnBrk="1" latinLnBrk="0" hangingPunct="1">
        <a:defRPr sz="85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alpha val="24000"/>
          </a:schemeClr>
        </a:solidFill>
        <a:effectLst/>
      </p:bgPr>
    </p:bg>
    <p:spTree>
      <p:nvGrpSpPr>
        <p:cNvPr id="1" name=""/>
        <p:cNvGrpSpPr/>
        <p:nvPr/>
      </p:nvGrpSpPr>
      <p:grpSpPr>
        <a:xfrm>
          <a:off x="0" y="0"/>
          <a:ext cx="0" cy="0"/>
          <a:chOff x="0" y="0"/>
          <a:chExt cx="0" cy="0"/>
        </a:xfrm>
      </p:grpSpPr>
      <p:sp>
        <p:nvSpPr>
          <p:cNvPr id="9" name="Retângulo 8"/>
          <p:cNvSpPr/>
          <p:nvPr/>
        </p:nvSpPr>
        <p:spPr>
          <a:xfrm>
            <a:off x="0" y="-288332"/>
            <a:ext cx="32412863" cy="43205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 name="Título 1"/>
          <p:cNvSpPr>
            <a:spLocks noGrp="1"/>
          </p:cNvSpPr>
          <p:nvPr>
            <p:ph type="ctrTitle"/>
          </p:nvPr>
        </p:nvSpPr>
        <p:spPr>
          <a:xfrm>
            <a:off x="861806" y="4176148"/>
            <a:ext cx="30749932" cy="5790796"/>
          </a:xfrm>
        </p:spPr>
        <p:txBody>
          <a:bodyPr>
            <a:normAutofit fontScale="90000"/>
          </a:bodyPr>
          <a:lstStyle/>
          <a:p>
            <a:pPr hangingPunct="0"/>
            <a:r>
              <a:rPr lang="pt-BR" sz="5400" b="1" dirty="0"/>
              <a:t>APRENDIZADO DE MÁQUINA PARA DETECÇÃO DE </a:t>
            </a:r>
            <a:br>
              <a:rPr lang="pt-BR" sz="5400" b="1" dirty="0"/>
            </a:br>
            <a:r>
              <a:rPr lang="pt-BR" sz="5400" b="1" dirty="0"/>
              <a:t>FRAUDES EM TRANSAÇÕES COM CARTÕES DE CRÉDITO</a:t>
            </a:r>
            <a:br>
              <a:rPr lang="pt-BR" sz="5400" b="1" dirty="0"/>
            </a:br>
            <a:br>
              <a:rPr lang="pt-BR" sz="5400" dirty="0"/>
            </a:br>
            <a:r>
              <a:rPr lang="pt-BR" sz="4400" b="1" dirty="0"/>
              <a:t>George </a:t>
            </a:r>
            <a:r>
              <a:rPr lang="pt-BR" sz="4400" b="1" dirty="0" err="1"/>
              <a:t>Gebers</a:t>
            </a:r>
            <a:r>
              <a:rPr lang="pt-BR" sz="4400" b="1" dirty="0"/>
              <a:t> </a:t>
            </a:r>
            <a:r>
              <a:rPr lang="pt-BR" sz="4400" b="1" dirty="0" err="1"/>
              <a:t>Brizolla</a:t>
            </a:r>
            <a:r>
              <a:rPr lang="pt-BR" sz="4400" b="1" dirty="0"/>
              <a:t>; Júlio César de Jesus Barreto Souza; Marcelo Miranda Cavalcanti; </a:t>
            </a:r>
            <a:br>
              <a:rPr lang="pt-BR" sz="4400" b="1" dirty="0"/>
            </a:br>
            <a:r>
              <a:rPr lang="pt-BR" sz="4400" b="1" dirty="0"/>
              <a:t>Pedro Lima </a:t>
            </a:r>
            <a:r>
              <a:rPr lang="pt-BR" sz="4400" b="1" dirty="0" err="1"/>
              <a:t>Vergne</a:t>
            </a:r>
            <a:r>
              <a:rPr lang="pt-BR" sz="4400" b="1" dirty="0"/>
              <a:t>; Zanoni Campos Fernandes; Orientador: Adailton de Jesus Cerqueira Júnior.</a:t>
            </a:r>
            <a:br>
              <a:rPr lang="pt-BR" sz="4400" b="1" dirty="0"/>
            </a:br>
            <a:br>
              <a:rPr lang="pt-BR" sz="4400" b="1" dirty="0"/>
            </a:br>
            <a:r>
              <a:rPr lang="pt-BR" sz="4400" dirty="0"/>
              <a:t>Universidade Salvador – Salvador – BA – Brasil</a:t>
            </a:r>
            <a:br>
              <a:rPr lang="pt-BR" sz="9600" dirty="0"/>
            </a:br>
            <a:endParaRPr lang="pt-BR" sz="4400" dirty="0"/>
          </a:p>
        </p:txBody>
      </p:sp>
      <p:sp>
        <p:nvSpPr>
          <p:cNvPr id="3" name="Subtítulo 2"/>
          <p:cNvSpPr>
            <a:spLocks noGrp="1"/>
          </p:cNvSpPr>
          <p:nvPr>
            <p:ph type="subTitle" idx="1"/>
          </p:nvPr>
        </p:nvSpPr>
        <p:spPr>
          <a:xfrm>
            <a:off x="696254" y="10474898"/>
            <a:ext cx="14785564" cy="27328326"/>
          </a:xfrm>
          <a:ln>
            <a:noFill/>
          </a:ln>
        </p:spPr>
        <p:txBody>
          <a:bodyPr vert="horz" lIns="432054" tIns="216027" rIns="432054" bIns="216027" rtlCol="0" anchor="t">
            <a:noAutofit/>
          </a:bodyPr>
          <a:lstStyle/>
          <a:p>
            <a:pPr algn="just">
              <a:spcBef>
                <a:spcPts val="0"/>
              </a:spcBef>
            </a:pPr>
            <a:r>
              <a:rPr lang="pt-BR" sz="6600" b="1" dirty="0">
                <a:solidFill>
                  <a:schemeClr val="tx1"/>
                </a:solidFill>
              </a:rPr>
              <a:t>INTRODUÇÃO</a:t>
            </a:r>
            <a:endParaRPr lang="pt-BR" sz="7500" b="1" dirty="0">
              <a:solidFill>
                <a:schemeClr val="tx1"/>
              </a:solidFill>
            </a:endParaRPr>
          </a:p>
          <a:p>
            <a:pPr algn="just">
              <a:spcBef>
                <a:spcPts val="0"/>
              </a:spcBef>
            </a:pPr>
            <a:r>
              <a:rPr lang="pt-BR" sz="3000" dirty="0">
                <a:solidFill>
                  <a:schemeClr val="tx1"/>
                </a:solidFill>
              </a:rPr>
              <a:t>Trata-se de entrega constante do projeto da terceira avaliação (A3), no âmbito da unidade curricular (UC) de Inteligência Artificial, na Universidade Salvador (UNIFACS), segundo semestre de 2025 (2025.2), ministrada pelo professor Adailton de Jesus Cerqueira Junior.</a:t>
            </a:r>
          </a:p>
          <a:p>
            <a:pPr algn="just">
              <a:spcBef>
                <a:spcPts val="0"/>
              </a:spcBef>
            </a:pPr>
            <a:r>
              <a:rPr lang="pt-BR" sz="3000" dirty="0">
                <a:solidFill>
                  <a:schemeClr val="tx1"/>
                </a:solidFill>
                <a:ea typeface="Calibri"/>
                <a:cs typeface="Calibri"/>
              </a:rPr>
              <a:t>O projeto consiste em aplicar uma das técnicas de inteligência artificial – redes neurais, lógica </a:t>
            </a:r>
            <a:r>
              <a:rPr lang="pt-BR" sz="3000" dirty="0" err="1">
                <a:solidFill>
                  <a:schemeClr val="tx1"/>
                </a:solidFill>
                <a:ea typeface="Calibri"/>
                <a:cs typeface="Calibri"/>
              </a:rPr>
              <a:t>fuzzy</a:t>
            </a:r>
            <a:r>
              <a:rPr lang="pt-BR" sz="3000" dirty="0">
                <a:solidFill>
                  <a:schemeClr val="tx1"/>
                </a:solidFill>
                <a:ea typeface="Calibri"/>
                <a:cs typeface="Calibri"/>
              </a:rPr>
              <a:t>, algoritmos de busca, </a:t>
            </a:r>
            <a:r>
              <a:rPr lang="pt-BR" sz="3000" i="1" dirty="0" err="1">
                <a:solidFill>
                  <a:schemeClr val="tx1"/>
                </a:solidFill>
                <a:ea typeface="Calibri"/>
                <a:cs typeface="Calibri"/>
              </a:rPr>
              <a:t>etc</a:t>
            </a:r>
            <a:r>
              <a:rPr lang="pt-BR" sz="3000" dirty="0">
                <a:solidFill>
                  <a:schemeClr val="tx1"/>
                </a:solidFill>
                <a:ea typeface="Calibri"/>
                <a:cs typeface="Calibri"/>
              </a:rPr>
              <a:t> – , aprendida ao longo do semestre na UC, sobre um desafio ou tema específico, de livre escolha pela equipe e aprovado pelo professor.</a:t>
            </a:r>
          </a:p>
          <a:p>
            <a:pPr algn="just">
              <a:spcBef>
                <a:spcPts val="0"/>
              </a:spcBef>
            </a:pPr>
            <a:endParaRPr lang="pt-BR" sz="3200" dirty="0">
              <a:solidFill>
                <a:schemeClr val="tx1"/>
              </a:solidFill>
            </a:endParaRPr>
          </a:p>
          <a:p>
            <a:pPr algn="just">
              <a:spcBef>
                <a:spcPts val="0"/>
              </a:spcBef>
            </a:pPr>
            <a:r>
              <a:rPr lang="pt-BR" sz="6600" b="1" dirty="0">
                <a:solidFill>
                  <a:schemeClr val="tx1"/>
                </a:solidFill>
              </a:rPr>
              <a:t>OBJETIVO</a:t>
            </a:r>
            <a:endParaRPr lang="pt-BR" sz="7500" b="1" dirty="0">
              <a:solidFill>
                <a:schemeClr val="tx1"/>
              </a:solidFill>
            </a:endParaRPr>
          </a:p>
          <a:p>
            <a:pPr algn="just">
              <a:spcBef>
                <a:spcPts val="0"/>
              </a:spcBef>
            </a:pPr>
            <a:r>
              <a:rPr lang="pt-BR" sz="3000" dirty="0">
                <a:solidFill>
                  <a:schemeClr val="tx1"/>
                </a:solidFill>
              </a:rPr>
              <a:t>Como desafio, a equipe decidiu explorar sobre aprendizado de máquina com o uso de redes neurais, propondo-se a treinar um modelo que, dado certos atributos de uma transação com cartão de crédito, fosse feita uma previsão sobre a possível ocorrência de fraude ou não naquela transação. </a:t>
            </a:r>
          </a:p>
          <a:p>
            <a:pPr algn="just">
              <a:spcBef>
                <a:spcPts val="0"/>
              </a:spcBef>
            </a:pPr>
            <a:r>
              <a:rPr lang="pt-BR" sz="3000" dirty="0">
                <a:solidFill>
                  <a:schemeClr val="tx1"/>
                </a:solidFill>
              </a:rPr>
              <a:t>Sabe-se que instituições financeiras e bancos já utilizam alguns sistemas para fornecer mais segurança aos seus clientes e, imagina-se, que alguns até utilizem técnicas parecidas com as estudadas neste trabalho, dada a situação de insegurança no tema no país</a:t>
            </a:r>
            <a:r>
              <a:rPr lang="pt-BR" sz="3000" baseline="30000" dirty="0">
                <a:solidFill>
                  <a:schemeClr val="tx1"/>
                </a:solidFill>
              </a:rPr>
              <a:t>1</a:t>
            </a:r>
            <a:r>
              <a:rPr lang="pt-BR" sz="3000" dirty="0">
                <a:solidFill>
                  <a:schemeClr val="tx1"/>
                </a:solidFill>
              </a:rPr>
              <a:t>.</a:t>
            </a:r>
          </a:p>
          <a:p>
            <a:pPr algn="just">
              <a:spcBef>
                <a:spcPts val="0"/>
              </a:spcBef>
            </a:pPr>
            <a:r>
              <a:rPr lang="pt-BR" sz="3000" dirty="0">
                <a:solidFill>
                  <a:schemeClr val="tx1"/>
                </a:solidFill>
              </a:rPr>
              <a:t>Para realização do trabalho, foi utilizado um </a:t>
            </a:r>
            <a:r>
              <a:rPr lang="pt-BR" sz="3000" i="1" dirty="0" err="1">
                <a:solidFill>
                  <a:schemeClr val="tx1"/>
                </a:solidFill>
              </a:rPr>
              <a:t>dataset</a:t>
            </a:r>
            <a:r>
              <a:rPr lang="pt-BR" sz="3000" dirty="0">
                <a:solidFill>
                  <a:schemeClr val="tx1"/>
                </a:solidFill>
              </a:rPr>
              <a:t> disponível no </a:t>
            </a:r>
            <a:r>
              <a:rPr lang="pt-BR" sz="3000" i="1" dirty="0">
                <a:solidFill>
                  <a:schemeClr val="tx1"/>
                </a:solidFill>
              </a:rPr>
              <a:t>website</a:t>
            </a:r>
            <a:r>
              <a:rPr lang="pt-BR" sz="3000" dirty="0">
                <a:solidFill>
                  <a:schemeClr val="tx1"/>
                </a:solidFill>
              </a:rPr>
              <a:t> “Kaggle</a:t>
            </a:r>
            <a:r>
              <a:rPr lang="pt-BR" sz="3000" baseline="30000" dirty="0">
                <a:solidFill>
                  <a:schemeClr val="tx1"/>
                </a:solidFill>
              </a:rPr>
              <a:t>”2</a:t>
            </a:r>
            <a:r>
              <a:rPr lang="pt-BR" sz="3000" dirty="0">
                <a:solidFill>
                  <a:schemeClr val="tx1"/>
                </a:solidFill>
              </a:rPr>
              <a:t>, contendo um milhão de linhas de dados sobre transações variadas, contendo variáveis previsoras como: i) “distância entre o local da transação e a casa do possuidor do cartão”; </a:t>
            </a:r>
            <a:r>
              <a:rPr lang="pt-BR" sz="3000" dirty="0" err="1">
                <a:solidFill>
                  <a:schemeClr val="tx1"/>
                </a:solidFill>
              </a:rPr>
              <a:t>ii</a:t>
            </a:r>
            <a:r>
              <a:rPr lang="pt-BR" sz="3000" dirty="0">
                <a:solidFill>
                  <a:schemeClr val="tx1"/>
                </a:solidFill>
              </a:rPr>
              <a:t>) “distância entre a transação atual e a última transação”; </a:t>
            </a:r>
            <a:r>
              <a:rPr lang="pt-BR" sz="3000" dirty="0" err="1">
                <a:solidFill>
                  <a:schemeClr val="tx1"/>
                </a:solidFill>
              </a:rPr>
              <a:t>iii</a:t>
            </a:r>
            <a:r>
              <a:rPr lang="pt-BR" sz="3000" dirty="0">
                <a:solidFill>
                  <a:schemeClr val="tx1"/>
                </a:solidFill>
              </a:rPr>
              <a:t>) “razão entre o preço da atual transação para a média de transações”; </a:t>
            </a:r>
            <a:r>
              <a:rPr lang="pt-BR" sz="3000" dirty="0" err="1">
                <a:solidFill>
                  <a:schemeClr val="tx1"/>
                </a:solidFill>
              </a:rPr>
              <a:t>iv</a:t>
            </a:r>
            <a:r>
              <a:rPr lang="pt-BR" sz="3000" dirty="0">
                <a:solidFill>
                  <a:schemeClr val="tx1"/>
                </a:solidFill>
              </a:rPr>
              <a:t>) “se a transação atual foi realizada junto ao mesmo vendedor da anterior”; v) “se a transação atual utilizou o </a:t>
            </a:r>
            <a:r>
              <a:rPr lang="pt-BR" sz="3000" i="1" dirty="0">
                <a:solidFill>
                  <a:schemeClr val="tx1"/>
                </a:solidFill>
              </a:rPr>
              <a:t>chip </a:t>
            </a:r>
            <a:r>
              <a:rPr lang="pt-BR" sz="3000" dirty="0">
                <a:solidFill>
                  <a:schemeClr val="tx1"/>
                </a:solidFill>
              </a:rPr>
              <a:t>de segurança”; vi) “se a transação utilizou um método de autenticação, como </a:t>
            </a:r>
            <a:r>
              <a:rPr lang="pt-BR" sz="3000" i="1" dirty="0">
                <a:solidFill>
                  <a:schemeClr val="tx1"/>
                </a:solidFill>
              </a:rPr>
              <a:t>pin </a:t>
            </a:r>
            <a:r>
              <a:rPr lang="pt-BR" sz="3000" i="1" dirty="0" err="1">
                <a:solidFill>
                  <a:schemeClr val="tx1"/>
                </a:solidFill>
              </a:rPr>
              <a:t>number</a:t>
            </a:r>
            <a:r>
              <a:rPr lang="pt-BR" sz="3000" dirty="0">
                <a:solidFill>
                  <a:schemeClr val="tx1"/>
                </a:solidFill>
              </a:rPr>
              <a:t> (senha)”; e </a:t>
            </a:r>
            <a:r>
              <a:rPr lang="pt-BR" sz="3000" dirty="0" err="1">
                <a:solidFill>
                  <a:schemeClr val="tx1"/>
                </a:solidFill>
              </a:rPr>
              <a:t>vii</a:t>
            </a:r>
            <a:r>
              <a:rPr lang="pt-BR" sz="3000" dirty="0">
                <a:solidFill>
                  <a:schemeClr val="tx1"/>
                </a:solidFill>
              </a:rPr>
              <a:t>) “se a transação foi realizada de forma online”. Finalmente, há ainda uma variável meta, informando se aquela entrada é ou não uma transação em fraude.</a:t>
            </a:r>
          </a:p>
          <a:p>
            <a:pPr algn="just">
              <a:spcBef>
                <a:spcPts val="0"/>
              </a:spcBef>
            </a:pPr>
            <a:endParaRPr lang="pt-BR" sz="3200" b="1" dirty="0">
              <a:solidFill>
                <a:schemeClr val="accent1">
                  <a:lumMod val="75000"/>
                </a:schemeClr>
              </a:solidFill>
            </a:endParaRPr>
          </a:p>
          <a:p>
            <a:pPr algn="just">
              <a:spcBef>
                <a:spcPts val="0"/>
              </a:spcBef>
            </a:pPr>
            <a:r>
              <a:rPr lang="pt-BR" sz="6600" b="1" dirty="0">
                <a:solidFill>
                  <a:schemeClr val="tx1"/>
                </a:solidFill>
              </a:rPr>
              <a:t>MÉTODOS</a:t>
            </a:r>
            <a:endParaRPr lang="pt-BR" sz="7500" b="1" dirty="0">
              <a:solidFill>
                <a:schemeClr val="tx1"/>
              </a:solidFill>
            </a:endParaRPr>
          </a:p>
          <a:p>
            <a:pPr algn="just">
              <a:spcBef>
                <a:spcPts val="0"/>
              </a:spcBef>
            </a:pPr>
            <a:r>
              <a:rPr lang="pt-BR" sz="3000" dirty="0">
                <a:solidFill>
                  <a:schemeClr val="tx1"/>
                </a:solidFill>
              </a:rPr>
              <a:t>O modelo previsor foi treinado em </a:t>
            </a:r>
            <a:r>
              <a:rPr lang="pt-BR" sz="3000" i="1" dirty="0" err="1">
                <a:solidFill>
                  <a:schemeClr val="tx1"/>
                </a:solidFill>
              </a:rPr>
              <a:t>Jupyter</a:t>
            </a:r>
            <a:r>
              <a:rPr lang="pt-BR" sz="3000" i="1" dirty="0">
                <a:solidFill>
                  <a:schemeClr val="tx1"/>
                </a:solidFill>
              </a:rPr>
              <a:t> Notebooks</a:t>
            </a:r>
            <a:r>
              <a:rPr lang="pt-BR" sz="3000" dirty="0">
                <a:solidFill>
                  <a:schemeClr val="tx1"/>
                </a:solidFill>
              </a:rPr>
              <a:t>, na maioria das vezes no ambiente </a:t>
            </a:r>
            <a:r>
              <a:rPr lang="pt-BR" sz="3000" i="1" dirty="0">
                <a:solidFill>
                  <a:schemeClr val="tx1"/>
                </a:solidFill>
              </a:rPr>
              <a:t>Colab</a:t>
            </a:r>
            <a:r>
              <a:rPr lang="pt-BR" sz="3000" dirty="0">
                <a:solidFill>
                  <a:schemeClr val="tx1"/>
                </a:solidFill>
              </a:rPr>
              <a:t> do </a:t>
            </a:r>
            <a:r>
              <a:rPr lang="pt-BR" sz="3000" i="1" dirty="0">
                <a:solidFill>
                  <a:schemeClr val="tx1"/>
                </a:solidFill>
              </a:rPr>
              <a:t>Google</a:t>
            </a:r>
            <a:r>
              <a:rPr lang="pt-BR" sz="3000" dirty="0">
                <a:solidFill>
                  <a:schemeClr val="tx1"/>
                </a:solidFill>
              </a:rPr>
              <a:t>. Foram utilizadas diversas técnicas no aprendizado de máquina com redes neurais, incluindo etapas como: análise de dados; pré-processamento e tratamento de dados; configuração da rede utilizando MLP (</a:t>
            </a:r>
            <a:r>
              <a:rPr lang="pt-BR" sz="3000" i="1" dirty="0" err="1">
                <a:solidFill>
                  <a:schemeClr val="tx1"/>
                </a:solidFill>
              </a:rPr>
              <a:t>Multi-layer</a:t>
            </a:r>
            <a:r>
              <a:rPr lang="pt-BR" sz="3000" i="1" dirty="0">
                <a:solidFill>
                  <a:schemeClr val="tx1"/>
                </a:solidFill>
              </a:rPr>
              <a:t> </a:t>
            </a:r>
            <a:r>
              <a:rPr lang="pt-BR" sz="3000" i="1" dirty="0" err="1">
                <a:solidFill>
                  <a:schemeClr val="tx1"/>
                </a:solidFill>
              </a:rPr>
              <a:t>Perceptron</a:t>
            </a:r>
            <a:r>
              <a:rPr lang="pt-BR" sz="3000" i="1" dirty="0">
                <a:solidFill>
                  <a:schemeClr val="tx1"/>
                </a:solidFill>
              </a:rPr>
              <a:t> </a:t>
            </a:r>
            <a:r>
              <a:rPr lang="pt-BR" sz="3000" i="1" dirty="0" err="1">
                <a:solidFill>
                  <a:schemeClr val="tx1"/>
                </a:solidFill>
              </a:rPr>
              <a:t>classifier</a:t>
            </a:r>
            <a:r>
              <a:rPr lang="pt-BR" sz="3000" dirty="0">
                <a:solidFill>
                  <a:schemeClr val="tx1"/>
                </a:solidFill>
              </a:rPr>
              <a:t>).</a:t>
            </a:r>
          </a:p>
          <a:p>
            <a:pPr algn="just">
              <a:spcBef>
                <a:spcPts val="0"/>
              </a:spcBef>
            </a:pPr>
            <a:r>
              <a:rPr lang="pt-BR" sz="3000" dirty="0">
                <a:solidFill>
                  <a:schemeClr val="tx1"/>
                </a:solidFill>
              </a:rPr>
              <a:t>Dentre as etapas destacam-se: i) descrição e análise dos dados em estudo, inclusive do tipo de dado na entrada, e se existem dados em branco ou divergentes; </a:t>
            </a:r>
            <a:r>
              <a:rPr lang="pt-BR" sz="3000" dirty="0" err="1">
                <a:solidFill>
                  <a:schemeClr val="tx1"/>
                </a:solidFill>
              </a:rPr>
              <a:t>ii</a:t>
            </a:r>
            <a:r>
              <a:rPr lang="pt-BR" sz="3000" dirty="0">
                <a:solidFill>
                  <a:schemeClr val="tx1"/>
                </a:solidFill>
              </a:rPr>
              <a:t>) verificação das correlações entre os dados apresentados, de forma a possibilitar a limpeza do </a:t>
            </a:r>
            <a:r>
              <a:rPr lang="pt-BR" sz="3000" i="1" dirty="0" err="1">
                <a:solidFill>
                  <a:schemeClr val="tx1"/>
                </a:solidFill>
              </a:rPr>
              <a:t>dataset</a:t>
            </a:r>
            <a:r>
              <a:rPr lang="pt-BR" sz="3000" dirty="0">
                <a:solidFill>
                  <a:schemeClr val="tx1"/>
                </a:solidFill>
              </a:rPr>
              <a:t> para manter apenas as informações mais pertinentes; </a:t>
            </a:r>
            <a:r>
              <a:rPr lang="pt-BR" sz="3000" dirty="0" err="1">
                <a:solidFill>
                  <a:schemeClr val="tx1"/>
                </a:solidFill>
              </a:rPr>
              <a:t>iii</a:t>
            </a:r>
            <a:r>
              <a:rPr lang="pt-BR" sz="3000" dirty="0">
                <a:solidFill>
                  <a:schemeClr val="tx1"/>
                </a:solidFill>
              </a:rPr>
              <a:t>) definição de amostragem proporcional entre as ocorrências de fraude ou não, de forma a não introduzir viés no modelo; </a:t>
            </a:r>
            <a:r>
              <a:rPr lang="pt-BR" sz="3000" dirty="0" err="1">
                <a:solidFill>
                  <a:schemeClr val="tx1"/>
                </a:solidFill>
              </a:rPr>
              <a:t>iv</a:t>
            </a:r>
            <a:r>
              <a:rPr lang="pt-BR" sz="3000" dirty="0">
                <a:solidFill>
                  <a:schemeClr val="tx1"/>
                </a:solidFill>
              </a:rPr>
              <a:t>) normalização da escala dos dados, de forma a não </a:t>
            </a:r>
            <a:r>
              <a:rPr lang="pt-BR" sz="3000" dirty="0" err="1">
                <a:solidFill>
                  <a:schemeClr val="tx1"/>
                </a:solidFill>
              </a:rPr>
              <a:t>desbalancear</a:t>
            </a:r>
            <a:r>
              <a:rPr lang="pt-BR" sz="3000" dirty="0">
                <a:solidFill>
                  <a:schemeClr val="tx1"/>
                </a:solidFill>
              </a:rPr>
              <a:t> o treinamento; v) separação dos dados entre porção de treinamento (70% das ocorrências) e porção de teste dos resultados (30%); vi) definição da rede neural MLP com topologia bem definida, número máximo de iterações, método de ativação, método resolvedor otimizador, taxa de aprendizado e tolerância; </a:t>
            </a:r>
            <a:r>
              <a:rPr lang="pt-BR" sz="3000" dirty="0" err="1">
                <a:solidFill>
                  <a:schemeClr val="tx1"/>
                </a:solidFill>
              </a:rPr>
              <a:t>vii</a:t>
            </a:r>
            <a:r>
              <a:rPr lang="pt-BR" sz="3000" dirty="0">
                <a:solidFill>
                  <a:schemeClr val="tx1"/>
                </a:solidFill>
              </a:rPr>
              <a:t>) treinamento do modelo preditivo; </a:t>
            </a:r>
            <a:r>
              <a:rPr lang="pt-BR" sz="3000" dirty="0" err="1">
                <a:solidFill>
                  <a:schemeClr val="tx1"/>
                </a:solidFill>
              </a:rPr>
              <a:t>viii</a:t>
            </a:r>
            <a:r>
              <a:rPr lang="pt-BR" sz="3000" dirty="0">
                <a:solidFill>
                  <a:schemeClr val="tx1"/>
                </a:solidFill>
              </a:rPr>
              <a:t>) aplicação do modelo treinado preditivo a sobre a proporção restante dos dados (proporção dos testes); e </a:t>
            </a:r>
            <a:r>
              <a:rPr lang="pt-BR" sz="3000" dirty="0" err="1">
                <a:solidFill>
                  <a:schemeClr val="tx1"/>
                </a:solidFill>
              </a:rPr>
              <a:t>ix</a:t>
            </a:r>
            <a:r>
              <a:rPr lang="pt-BR" sz="3000" dirty="0">
                <a:solidFill>
                  <a:schemeClr val="tx1"/>
                </a:solidFill>
              </a:rPr>
              <a:t>) aferição das qualidades do modelo, levando em consideração fatores como precisão e sensibilidade. </a:t>
            </a:r>
          </a:p>
          <a:p>
            <a:pPr algn="just">
              <a:spcBef>
                <a:spcPts val="0"/>
              </a:spcBef>
            </a:pPr>
            <a:endParaRPr lang="pt-BR" sz="2800" dirty="0">
              <a:solidFill>
                <a:schemeClr val="tx1"/>
              </a:solidFill>
            </a:endParaRPr>
          </a:p>
          <a:p>
            <a:pPr algn="just">
              <a:spcBef>
                <a:spcPts val="0"/>
              </a:spcBef>
            </a:pPr>
            <a:r>
              <a:rPr lang="pt-BR" sz="6600" b="1" dirty="0">
                <a:solidFill>
                  <a:schemeClr val="tx1"/>
                </a:solidFill>
              </a:rPr>
              <a:t>RESULTADOS</a:t>
            </a:r>
            <a:endParaRPr lang="pt-BR" sz="7500" b="1" dirty="0">
              <a:solidFill>
                <a:schemeClr val="tx1"/>
              </a:solidFill>
            </a:endParaRPr>
          </a:p>
          <a:p>
            <a:pPr algn="just">
              <a:spcBef>
                <a:spcPts val="0"/>
              </a:spcBef>
            </a:pPr>
            <a:r>
              <a:rPr lang="pt-BR" sz="3000" dirty="0" err="1">
                <a:solidFill>
                  <a:schemeClr val="tx1"/>
                </a:solidFill>
              </a:rPr>
              <a:t>Lorem</a:t>
            </a:r>
            <a:r>
              <a:rPr lang="pt-BR" sz="3000" dirty="0">
                <a:solidFill>
                  <a:schemeClr val="tx1"/>
                </a:solidFill>
              </a:rPr>
              <a:t> Ipsum </a:t>
            </a:r>
            <a:r>
              <a:rPr lang="pt-BR" sz="3000" dirty="0" err="1">
                <a:solidFill>
                  <a:schemeClr val="tx1"/>
                </a:solidFill>
              </a:rPr>
              <a:t>is</a:t>
            </a:r>
            <a:r>
              <a:rPr lang="pt-BR" sz="3000" dirty="0">
                <a:solidFill>
                  <a:schemeClr val="tx1"/>
                </a:solidFill>
              </a:rPr>
              <a:t> </a:t>
            </a:r>
            <a:r>
              <a:rPr lang="pt-BR" sz="3000" dirty="0" err="1">
                <a:solidFill>
                  <a:schemeClr val="tx1"/>
                </a:solidFill>
              </a:rPr>
              <a:t>simply</a:t>
            </a:r>
            <a:r>
              <a:rPr lang="pt-BR" sz="3000" dirty="0">
                <a:solidFill>
                  <a:schemeClr val="tx1"/>
                </a:solidFill>
              </a:rPr>
              <a:t> </a:t>
            </a:r>
            <a:r>
              <a:rPr lang="pt-BR" sz="3000" dirty="0" err="1">
                <a:solidFill>
                  <a:schemeClr val="tx1"/>
                </a:solidFill>
              </a:rPr>
              <a:t>dummy</a:t>
            </a:r>
            <a:r>
              <a:rPr lang="pt-BR" sz="3000" dirty="0">
                <a:solidFill>
                  <a:schemeClr val="tx1"/>
                </a:solidFill>
              </a:rPr>
              <a:t> </a:t>
            </a:r>
            <a:r>
              <a:rPr lang="pt-BR" sz="3000" dirty="0" err="1">
                <a:solidFill>
                  <a:schemeClr val="tx1"/>
                </a:solidFill>
              </a:rPr>
              <a:t>text</a:t>
            </a:r>
            <a:r>
              <a:rPr lang="pt-BR" sz="3000" dirty="0">
                <a:solidFill>
                  <a:schemeClr val="tx1"/>
                </a:solidFill>
              </a:rPr>
              <a:t> </a:t>
            </a:r>
            <a:r>
              <a:rPr lang="pt-BR" sz="3000" dirty="0" err="1">
                <a:solidFill>
                  <a:schemeClr val="tx1"/>
                </a:solidFill>
              </a:rPr>
              <a:t>of</a:t>
            </a:r>
            <a:r>
              <a:rPr lang="pt-BR" sz="3000" dirty="0">
                <a:solidFill>
                  <a:schemeClr val="tx1"/>
                </a:solidFill>
              </a:rPr>
              <a:t> </a:t>
            </a:r>
            <a:r>
              <a:rPr lang="pt-BR" sz="3000" dirty="0" err="1">
                <a:solidFill>
                  <a:schemeClr val="tx1"/>
                </a:solidFill>
              </a:rPr>
              <a:t>the</a:t>
            </a:r>
            <a:r>
              <a:rPr lang="pt-BR" sz="3000" dirty="0">
                <a:solidFill>
                  <a:schemeClr val="tx1"/>
                </a:solidFill>
              </a:rPr>
              <a:t> </a:t>
            </a:r>
            <a:r>
              <a:rPr lang="pt-BR" sz="3000" dirty="0" err="1">
                <a:solidFill>
                  <a:schemeClr val="tx1"/>
                </a:solidFill>
              </a:rPr>
              <a:t>printing</a:t>
            </a:r>
            <a:r>
              <a:rPr lang="pt-BR" sz="3000" dirty="0">
                <a:solidFill>
                  <a:schemeClr val="tx1"/>
                </a:solidFill>
              </a:rPr>
              <a:t> </a:t>
            </a:r>
            <a:r>
              <a:rPr lang="pt-BR" sz="3000" dirty="0" err="1">
                <a:solidFill>
                  <a:schemeClr val="tx1"/>
                </a:solidFill>
              </a:rPr>
              <a:t>and</a:t>
            </a:r>
            <a:r>
              <a:rPr lang="pt-BR" sz="3000" dirty="0">
                <a:solidFill>
                  <a:schemeClr val="tx1"/>
                </a:solidFill>
              </a:rPr>
              <a:t> </a:t>
            </a:r>
            <a:r>
              <a:rPr lang="pt-BR" sz="3000" dirty="0" err="1">
                <a:solidFill>
                  <a:schemeClr val="tx1"/>
                </a:solidFill>
              </a:rPr>
              <a:t>typesetting</a:t>
            </a:r>
            <a:r>
              <a:rPr lang="pt-BR" sz="3000" dirty="0">
                <a:solidFill>
                  <a:schemeClr val="tx1"/>
                </a:solidFill>
              </a:rPr>
              <a:t> </a:t>
            </a:r>
            <a:r>
              <a:rPr lang="pt-BR" sz="3000" dirty="0" err="1">
                <a:solidFill>
                  <a:schemeClr val="tx1"/>
                </a:solidFill>
              </a:rPr>
              <a:t>industry</a:t>
            </a:r>
            <a:r>
              <a:rPr lang="pt-BR" sz="3000" dirty="0">
                <a:solidFill>
                  <a:schemeClr val="tx1"/>
                </a:solidFill>
              </a:rPr>
              <a:t>. </a:t>
            </a:r>
            <a:r>
              <a:rPr lang="pt-BR" sz="3000" dirty="0" err="1">
                <a:solidFill>
                  <a:schemeClr val="tx1"/>
                </a:solidFill>
              </a:rPr>
              <a:t>Lorem</a:t>
            </a:r>
            <a:r>
              <a:rPr lang="pt-BR" sz="3000" dirty="0">
                <a:solidFill>
                  <a:schemeClr val="tx1"/>
                </a:solidFill>
              </a:rPr>
              <a:t> Ipsum </a:t>
            </a:r>
            <a:r>
              <a:rPr lang="pt-BR" sz="3000" dirty="0" err="1">
                <a:solidFill>
                  <a:schemeClr val="tx1"/>
                </a:solidFill>
              </a:rPr>
              <a:t>has</a:t>
            </a:r>
            <a:r>
              <a:rPr lang="pt-BR" sz="3000" dirty="0">
                <a:solidFill>
                  <a:schemeClr val="tx1"/>
                </a:solidFill>
              </a:rPr>
              <a:t> </a:t>
            </a:r>
            <a:r>
              <a:rPr lang="pt-BR" sz="3000" dirty="0" err="1">
                <a:solidFill>
                  <a:schemeClr val="tx1"/>
                </a:solidFill>
              </a:rPr>
              <a:t>been</a:t>
            </a:r>
            <a:r>
              <a:rPr lang="pt-BR" sz="3000" dirty="0">
                <a:solidFill>
                  <a:schemeClr val="tx1"/>
                </a:solidFill>
              </a:rPr>
              <a:t> </a:t>
            </a:r>
            <a:r>
              <a:rPr lang="pt-BR" sz="3000" dirty="0" err="1">
                <a:solidFill>
                  <a:schemeClr val="tx1"/>
                </a:solidFill>
              </a:rPr>
              <a:t>the</a:t>
            </a:r>
            <a:r>
              <a:rPr lang="pt-BR" sz="3000" dirty="0">
                <a:solidFill>
                  <a:schemeClr val="tx1"/>
                </a:solidFill>
              </a:rPr>
              <a:t> </a:t>
            </a:r>
            <a:r>
              <a:rPr lang="pt-BR" sz="3000" dirty="0" err="1">
                <a:solidFill>
                  <a:schemeClr val="tx1"/>
                </a:solidFill>
              </a:rPr>
              <a:t>industry's</a:t>
            </a:r>
            <a:r>
              <a:rPr lang="pt-BR" sz="3000" dirty="0">
                <a:solidFill>
                  <a:schemeClr val="tx1"/>
                </a:solidFill>
              </a:rPr>
              <a:t> standard </a:t>
            </a:r>
            <a:r>
              <a:rPr lang="pt-BR" sz="3000" dirty="0" err="1">
                <a:solidFill>
                  <a:schemeClr val="tx1"/>
                </a:solidFill>
              </a:rPr>
              <a:t>dummy</a:t>
            </a:r>
            <a:r>
              <a:rPr lang="pt-BR" sz="3000" dirty="0">
                <a:solidFill>
                  <a:schemeClr val="tx1"/>
                </a:solidFill>
              </a:rPr>
              <a:t> </a:t>
            </a:r>
            <a:r>
              <a:rPr lang="pt-BR" sz="3000" dirty="0" err="1">
                <a:solidFill>
                  <a:schemeClr val="tx1"/>
                </a:solidFill>
              </a:rPr>
              <a:t>text</a:t>
            </a:r>
            <a:r>
              <a:rPr lang="pt-BR" sz="3000" dirty="0">
                <a:solidFill>
                  <a:schemeClr val="tx1"/>
                </a:solidFill>
              </a:rPr>
              <a:t> </a:t>
            </a:r>
            <a:r>
              <a:rPr lang="pt-BR" sz="3000" dirty="0" err="1">
                <a:solidFill>
                  <a:schemeClr val="tx1"/>
                </a:solidFill>
              </a:rPr>
              <a:t>ever</a:t>
            </a:r>
            <a:r>
              <a:rPr lang="pt-BR" sz="3000" dirty="0">
                <a:solidFill>
                  <a:schemeClr val="tx1"/>
                </a:solidFill>
              </a:rPr>
              <a:t> </a:t>
            </a:r>
            <a:r>
              <a:rPr lang="pt-BR" sz="3000" dirty="0" err="1">
                <a:solidFill>
                  <a:schemeClr val="tx1"/>
                </a:solidFill>
              </a:rPr>
              <a:t>since</a:t>
            </a:r>
            <a:r>
              <a:rPr lang="pt-BR" sz="3000" dirty="0">
                <a:solidFill>
                  <a:schemeClr val="tx1"/>
                </a:solidFill>
              </a:rPr>
              <a:t> </a:t>
            </a:r>
            <a:r>
              <a:rPr lang="pt-BR" sz="3000" dirty="0" err="1">
                <a:solidFill>
                  <a:schemeClr val="tx1"/>
                </a:solidFill>
              </a:rPr>
              <a:t>the</a:t>
            </a:r>
            <a:r>
              <a:rPr lang="pt-BR" sz="3000" dirty="0">
                <a:solidFill>
                  <a:schemeClr val="tx1"/>
                </a:solidFill>
              </a:rPr>
              <a:t> 1500s, </a:t>
            </a:r>
            <a:r>
              <a:rPr lang="pt-BR" sz="3000" dirty="0" err="1">
                <a:solidFill>
                  <a:schemeClr val="tx1"/>
                </a:solidFill>
              </a:rPr>
              <a:t>when</a:t>
            </a:r>
            <a:r>
              <a:rPr lang="pt-BR" sz="3000" dirty="0">
                <a:solidFill>
                  <a:schemeClr val="tx1"/>
                </a:solidFill>
              </a:rPr>
              <a:t> </a:t>
            </a:r>
            <a:r>
              <a:rPr lang="pt-BR" sz="3000" dirty="0" err="1">
                <a:solidFill>
                  <a:schemeClr val="tx1"/>
                </a:solidFill>
              </a:rPr>
              <a:t>an</a:t>
            </a:r>
            <a:r>
              <a:rPr lang="pt-BR" sz="3000" dirty="0">
                <a:solidFill>
                  <a:schemeClr val="tx1"/>
                </a:solidFill>
              </a:rPr>
              <a:t> </a:t>
            </a:r>
            <a:r>
              <a:rPr lang="pt-BR" sz="3000" dirty="0" err="1">
                <a:solidFill>
                  <a:schemeClr val="tx1"/>
                </a:solidFill>
              </a:rPr>
              <a:t>unknown</a:t>
            </a:r>
            <a:r>
              <a:rPr lang="pt-BR" sz="3000" dirty="0">
                <a:solidFill>
                  <a:schemeClr val="tx1"/>
                </a:solidFill>
              </a:rPr>
              <a:t> </a:t>
            </a:r>
            <a:r>
              <a:rPr lang="pt-BR" sz="3000" dirty="0" err="1">
                <a:solidFill>
                  <a:schemeClr val="tx1"/>
                </a:solidFill>
              </a:rPr>
              <a:t>printer</a:t>
            </a:r>
            <a:r>
              <a:rPr lang="pt-BR" sz="3000" dirty="0">
                <a:solidFill>
                  <a:schemeClr val="tx1"/>
                </a:solidFill>
              </a:rPr>
              <a:t> </a:t>
            </a:r>
            <a:r>
              <a:rPr lang="pt-BR" sz="3000" dirty="0" err="1">
                <a:solidFill>
                  <a:schemeClr val="tx1"/>
                </a:solidFill>
              </a:rPr>
              <a:t>took</a:t>
            </a:r>
            <a:r>
              <a:rPr lang="pt-BR" sz="3000" dirty="0">
                <a:solidFill>
                  <a:schemeClr val="tx1"/>
                </a:solidFill>
              </a:rPr>
              <a:t> a </a:t>
            </a:r>
            <a:r>
              <a:rPr lang="pt-BR" sz="3000" dirty="0" err="1">
                <a:solidFill>
                  <a:schemeClr val="tx1"/>
                </a:solidFill>
              </a:rPr>
              <a:t>galley</a:t>
            </a:r>
            <a:r>
              <a:rPr lang="pt-BR" sz="3000" dirty="0">
                <a:solidFill>
                  <a:schemeClr val="tx1"/>
                </a:solidFill>
              </a:rPr>
              <a:t> </a:t>
            </a:r>
            <a:r>
              <a:rPr lang="pt-BR" sz="3000" dirty="0" err="1">
                <a:solidFill>
                  <a:schemeClr val="tx1"/>
                </a:solidFill>
              </a:rPr>
              <a:t>of</a:t>
            </a:r>
            <a:r>
              <a:rPr lang="pt-BR" sz="3000" dirty="0">
                <a:solidFill>
                  <a:schemeClr val="tx1"/>
                </a:solidFill>
              </a:rPr>
              <a:t> </a:t>
            </a:r>
            <a:r>
              <a:rPr lang="pt-BR" sz="3000" dirty="0" err="1">
                <a:solidFill>
                  <a:schemeClr val="tx1"/>
                </a:solidFill>
              </a:rPr>
              <a:t>type</a:t>
            </a:r>
            <a:r>
              <a:rPr lang="pt-BR" sz="3000" dirty="0">
                <a:solidFill>
                  <a:schemeClr val="tx1"/>
                </a:solidFill>
              </a:rPr>
              <a:t> </a:t>
            </a:r>
            <a:r>
              <a:rPr lang="pt-BR" sz="3000" dirty="0" err="1">
                <a:solidFill>
                  <a:schemeClr val="tx1"/>
                </a:solidFill>
              </a:rPr>
              <a:t>and</a:t>
            </a:r>
            <a:r>
              <a:rPr lang="pt-BR" sz="3000" dirty="0">
                <a:solidFill>
                  <a:schemeClr val="tx1"/>
                </a:solidFill>
              </a:rPr>
              <a:t> </a:t>
            </a:r>
            <a:r>
              <a:rPr lang="pt-BR" sz="3000" dirty="0" err="1">
                <a:solidFill>
                  <a:schemeClr val="tx1"/>
                </a:solidFill>
              </a:rPr>
              <a:t>scrambled</a:t>
            </a:r>
            <a:r>
              <a:rPr lang="pt-BR" sz="3000" dirty="0">
                <a:solidFill>
                  <a:schemeClr val="tx1"/>
                </a:solidFill>
              </a:rPr>
              <a:t> it </a:t>
            </a:r>
            <a:r>
              <a:rPr lang="pt-BR" sz="3000" dirty="0" err="1">
                <a:solidFill>
                  <a:schemeClr val="tx1"/>
                </a:solidFill>
              </a:rPr>
              <a:t>to</a:t>
            </a:r>
            <a:r>
              <a:rPr lang="pt-BR" sz="3000" dirty="0">
                <a:solidFill>
                  <a:schemeClr val="tx1"/>
                </a:solidFill>
              </a:rPr>
              <a:t> make a </a:t>
            </a:r>
            <a:r>
              <a:rPr lang="pt-BR" sz="3000" dirty="0" err="1">
                <a:solidFill>
                  <a:schemeClr val="tx1"/>
                </a:solidFill>
              </a:rPr>
              <a:t>type</a:t>
            </a:r>
            <a:r>
              <a:rPr lang="pt-BR" sz="3000" dirty="0">
                <a:solidFill>
                  <a:schemeClr val="tx1"/>
                </a:solidFill>
              </a:rPr>
              <a:t> </a:t>
            </a:r>
            <a:r>
              <a:rPr lang="pt-BR" sz="3000" dirty="0" err="1">
                <a:solidFill>
                  <a:schemeClr val="tx1"/>
                </a:solidFill>
              </a:rPr>
              <a:t>specimen</a:t>
            </a:r>
            <a:r>
              <a:rPr lang="pt-BR" sz="3000" dirty="0">
                <a:solidFill>
                  <a:schemeClr val="tx1"/>
                </a:solidFill>
              </a:rPr>
              <a:t> book. It </a:t>
            </a:r>
            <a:r>
              <a:rPr lang="pt-BR" sz="3000" dirty="0" err="1">
                <a:solidFill>
                  <a:schemeClr val="tx1"/>
                </a:solidFill>
              </a:rPr>
              <a:t>has</a:t>
            </a:r>
            <a:r>
              <a:rPr lang="pt-BR" sz="3000" dirty="0">
                <a:solidFill>
                  <a:schemeClr val="tx1"/>
                </a:solidFill>
              </a:rPr>
              <a:t> </a:t>
            </a:r>
            <a:r>
              <a:rPr lang="pt-BR" sz="3000" dirty="0" err="1">
                <a:solidFill>
                  <a:schemeClr val="tx1"/>
                </a:solidFill>
              </a:rPr>
              <a:t>survived</a:t>
            </a:r>
            <a:r>
              <a:rPr lang="pt-BR" sz="3000" dirty="0">
                <a:solidFill>
                  <a:schemeClr val="tx1"/>
                </a:solidFill>
              </a:rPr>
              <a:t> </a:t>
            </a:r>
            <a:r>
              <a:rPr lang="pt-BR" sz="3000" dirty="0" err="1">
                <a:solidFill>
                  <a:schemeClr val="tx1"/>
                </a:solidFill>
              </a:rPr>
              <a:t>not</a:t>
            </a:r>
            <a:r>
              <a:rPr lang="pt-BR" sz="3000" dirty="0">
                <a:solidFill>
                  <a:schemeClr val="tx1"/>
                </a:solidFill>
              </a:rPr>
              <a:t> </a:t>
            </a:r>
            <a:r>
              <a:rPr lang="pt-BR" sz="3000" dirty="0" err="1">
                <a:solidFill>
                  <a:schemeClr val="tx1"/>
                </a:solidFill>
              </a:rPr>
              <a:t>only</a:t>
            </a:r>
            <a:r>
              <a:rPr lang="pt-BR" sz="3000" dirty="0">
                <a:solidFill>
                  <a:schemeClr val="tx1"/>
                </a:solidFill>
              </a:rPr>
              <a:t> </a:t>
            </a:r>
            <a:r>
              <a:rPr lang="pt-BR" sz="3000" dirty="0" err="1">
                <a:solidFill>
                  <a:schemeClr val="tx1"/>
                </a:solidFill>
              </a:rPr>
              <a:t>five</a:t>
            </a:r>
            <a:r>
              <a:rPr lang="pt-BR" sz="3000" dirty="0">
                <a:solidFill>
                  <a:schemeClr val="tx1"/>
                </a:solidFill>
              </a:rPr>
              <a:t> </a:t>
            </a:r>
            <a:r>
              <a:rPr lang="pt-BR" sz="3000" dirty="0" err="1">
                <a:solidFill>
                  <a:schemeClr val="tx1"/>
                </a:solidFill>
              </a:rPr>
              <a:t>centuries</a:t>
            </a:r>
            <a:r>
              <a:rPr lang="pt-BR" sz="3000" dirty="0">
                <a:solidFill>
                  <a:schemeClr val="tx1"/>
                </a:solidFill>
              </a:rPr>
              <a:t>, </a:t>
            </a:r>
            <a:r>
              <a:rPr lang="pt-BR" sz="3000" dirty="0" err="1">
                <a:solidFill>
                  <a:schemeClr val="tx1"/>
                </a:solidFill>
              </a:rPr>
              <a:t>but</a:t>
            </a:r>
            <a:r>
              <a:rPr lang="pt-BR" sz="3000" dirty="0">
                <a:solidFill>
                  <a:schemeClr val="tx1"/>
                </a:solidFill>
              </a:rPr>
              <a:t> </a:t>
            </a:r>
            <a:r>
              <a:rPr lang="pt-BR" sz="3000" dirty="0" err="1">
                <a:solidFill>
                  <a:schemeClr val="tx1"/>
                </a:solidFill>
              </a:rPr>
              <a:t>also</a:t>
            </a:r>
            <a:r>
              <a:rPr lang="pt-BR" sz="3000" dirty="0">
                <a:solidFill>
                  <a:schemeClr val="tx1"/>
                </a:solidFill>
              </a:rPr>
              <a:t> </a:t>
            </a:r>
            <a:r>
              <a:rPr lang="pt-BR" sz="3000" dirty="0" err="1">
                <a:solidFill>
                  <a:schemeClr val="tx1"/>
                </a:solidFill>
              </a:rPr>
              <a:t>the</a:t>
            </a:r>
            <a:r>
              <a:rPr lang="pt-BR" sz="3000" dirty="0">
                <a:solidFill>
                  <a:schemeClr val="tx1"/>
                </a:solidFill>
              </a:rPr>
              <a:t> </a:t>
            </a:r>
            <a:r>
              <a:rPr lang="pt-BR" sz="3000" dirty="0" err="1">
                <a:solidFill>
                  <a:schemeClr val="tx1"/>
                </a:solidFill>
              </a:rPr>
              <a:t>leap</a:t>
            </a:r>
            <a:r>
              <a:rPr lang="pt-BR" sz="3000" dirty="0">
                <a:solidFill>
                  <a:schemeClr val="tx1"/>
                </a:solidFill>
              </a:rPr>
              <a:t> </a:t>
            </a:r>
            <a:r>
              <a:rPr lang="pt-BR" sz="3000" dirty="0" err="1">
                <a:solidFill>
                  <a:schemeClr val="tx1"/>
                </a:solidFill>
              </a:rPr>
              <a:t>into</a:t>
            </a:r>
            <a:r>
              <a:rPr lang="pt-BR" sz="3000" dirty="0">
                <a:solidFill>
                  <a:schemeClr val="tx1"/>
                </a:solidFill>
              </a:rPr>
              <a:t> </a:t>
            </a:r>
            <a:r>
              <a:rPr lang="pt-BR" sz="3000" dirty="0" err="1">
                <a:solidFill>
                  <a:schemeClr val="tx1"/>
                </a:solidFill>
              </a:rPr>
              <a:t>electronic</a:t>
            </a:r>
            <a:r>
              <a:rPr lang="pt-BR" sz="3000" dirty="0">
                <a:solidFill>
                  <a:schemeClr val="tx1"/>
                </a:solidFill>
              </a:rPr>
              <a:t> </a:t>
            </a:r>
            <a:r>
              <a:rPr lang="pt-BR" sz="3000" dirty="0" err="1">
                <a:solidFill>
                  <a:schemeClr val="tx1"/>
                </a:solidFill>
              </a:rPr>
              <a:t>typesetting</a:t>
            </a:r>
            <a:r>
              <a:rPr lang="pt-BR" sz="3000" dirty="0">
                <a:solidFill>
                  <a:schemeClr val="tx1"/>
                </a:solidFill>
              </a:rPr>
              <a:t>, </a:t>
            </a:r>
            <a:r>
              <a:rPr lang="pt-BR" sz="3000" dirty="0" err="1">
                <a:solidFill>
                  <a:schemeClr val="tx1"/>
                </a:solidFill>
              </a:rPr>
              <a:t>remaining</a:t>
            </a:r>
            <a:r>
              <a:rPr lang="pt-BR" sz="3000" dirty="0">
                <a:solidFill>
                  <a:schemeClr val="tx1"/>
                </a:solidFill>
              </a:rPr>
              <a:t> </a:t>
            </a:r>
            <a:r>
              <a:rPr lang="pt-BR" sz="3000" dirty="0" err="1">
                <a:solidFill>
                  <a:schemeClr val="tx1"/>
                </a:solidFill>
              </a:rPr>
              <a:t>essentially</a:t>
            </a:r>
            <a:r>
              <a:rPr lang="pt-BR" sz="3000" dirty="0">
                <a:solidFill>
                  <a:schemeClr val="tx1"/>
                </a:solidFill>
              </a:rPr>
              <a:t> </a:t>
            </a:r>
            <a:r>
              <a:rPr lang="pt-BR" sz="3000" dirty="0" err="1">
                <a:solidFill>
                  <a:schemeClr val="tx1"/>
                </a:solidFill>
              </a:rPr>
              <a:t>unchanged</a:t>
            </a:r>
            <a:r>
              <a:rPr lang="pt-BR" sz="3000" dirty="0">
                <a:solidFill>
                  <a:schemeClr val="tx1"/>
                </a:solidFill>
              </a:rPr>
              <a:t>. It </a:t>
            </a:r>
            <a:r>
              <a:rPr lang="pt-BR" sz="3000" dirty="0" err="1">
                <a:solidFill>
                  <a:schemeClr val="tx1"/>
                </a:solidFill>
              </a:rPr>
              <a:t>was</a:t>
            </a:r>
            <a:r>
              <a:rPr lang="pt-BR" sz="3000" dirty="0">
                <a:solidFill>
                  <a:schemeClr val="tx1"/>
                </a:solidFill>
              </a:rPr>
              <a:t> </a:t>
            </a:r>
            <a:r>
              <a:rPr lang="pt-BR" sz="3000" dirty="0" err="1">
                <a:solidFill>
                  <a:schemeClr val="tx1"/>
                </a:solidFill>
              </a:rPr>
              <a:t>popularised</a:t>
            </a:r>
            <a:r>
              <a:rPr lang="pt-BR" sz="3000" dirty="0">
                <a:solidFill>
                  <a:schemeClr val="tx1"/>
                </a:solidFill>
              </a:rPr>
              <a:t> in </a:t>
            </a:r>
            <a:r>
              <a:rPr lang="pt-BR" sz="3000" dirty="0" err="1">
                <a:solidFill>
                  <a:schemeClr val="tx1"/>
                </a:solidFill>
              </a:rPr>
              <a:t>the</a:t>
            </a:r>
            <a:r>
              <a:rPr lang="pt-BR" sz="3000" dirty="0">
                <a:solidFill>
                  <a:schemeClr val="tx1"/>
                </a:solidFill>
              </a:rPr>
              <a:t> 1960s </a:t>
            </a:r>
            <a:r>
              <a:rPr lang="pt-BR" sz="3000" dirty="0" err="1">
                <a:solidFill>
                  <a:schemeClr val="tx1"/>
                </a:solidFill>
              </a:rPr>
              <a:t>with</a:t>
            </a:r>
            <a:r>
              <a:rPr lang="pt-BR" sz="3000" dirty="0">
                <a:solidFill>
                  <a:schemeClr val="tx1"/>
                </a:solidFill>
              </a:rPr>
              <a:t> </a:t>
            </a:r>
            <a:r>
              <a:rPr lang="pt-BR" sz="3000" dirty="0" err="1">
                <a:solidFill>
                  <a:schemeClr val="tx1"/>
                </a:solidFill>
              </a:rPr>
              <a:t>the</a:t>
            </a:r>
            <a:r>
              <a:rPr lang="pt-BR" sz="3000" dirty="0">
                <a:solidFill>
                  <a:schemeClr val="tx1"/>
                </a:solidFill>
              </a:rPr>
              <a:t> release </a:t>
            </a:r>
            <a:r>
              <a:rPr lang="pt-BR" sz="3000" dirty="0" err="1">
                <a:solidFill>
                  <a:schemeClr val="tx1"/>
                </a:solidFill>
              </a:rPr>
              <a:t>of</a:t>
            </a:r>
            <a:r>
              <a:rPr lang="pt-BR" sz="3000" dirty="0">
                <a:solidFill>
                  <a:schemeClr val="tx1"/>
                </a:solidFill>
              </a:rPr>
              <a:t> </a:t>
            </a:r>
            <a:r>
              <a:rPr lang="pt-BR" sz="3000" dirty="0" err="1">
                <a:solidFill>
                  <a:schemeClr val="tx1"/>
                </a:solidFill>
              </a:rPr>
              <a:t>Letraset</a:t>
            </a:r>
            <a:r>
              <a:rPr lang="pt-BR" sz="3000" dirty="0">
                <a:solidFill>
                  <a:schemeClr val="tx1"/>
                </a:solidFill>
              </a:rPr>
              <a:t> </a:t>
            </a:r>
            <a:r>
              <a:rPr lang="pt-BR" sz="3000" dirty="0" err="1">
                <a:solidFill>
                  <a:schemeClr val="tx1"/>
                </a:solidFill>
              </a:rPr>
              <a:t>sheets</a:t>
            </a:r>
            <a:r>
              <a:rPr lang="pt-BR" sz="3000" dirty="0">
                <a:solidFill>
                  <a:schemeClr val="tx1"/>
                </a:solidFill>
              </a:rPr>
              <a:t> </a:t>
            </a:r>
            <a:r>
              <a:rPr lang="pt-BR" sz="3000" dirty="0" err="1">
                <a:solidFill>
                  <a:schemeClr val="tx1"/>
                </a:solidFill>
              </a:rPr>
              <a:t>containing</a:t>
            </a:r>
            <a:r>
              <a:rPr lang="pt-BR" sz="3000" dirty="0">
                <a:solidFill>
                  <a:schemeClr val="tx1"/>
                </a:solidFill>
              </a:rPr>
              <a:t> </a:t>
            </a:r>
            <a:r>
              <a:rPr lang="pt-BR" sz="3000" dirty="0" err="1">
                <a:solidFill>
                  <a:schemeClr val="tx1"/>
                </a:solidFill>
              </a:rPr>
              <a:t>Lorem</a:t>
            </a:r>
            <a:r>
              <a:rPr lang="pt-BR" sz="3000" dirty="0">
                <a:solidFill>
                  <a:schemeClr val="tx1"/>
                </a:solidFill>
              </a:rPr>
              <a:t> Ipsum </a:t>
            </a:r>
            <a:r>
              <a:rPr lang="pt-BR" sz="3000" dirty="0" err="1">
                <a:solidFill>
                  <a:schemeClr val="tx1"/>
                </a:solidFill>
              </a:rPr>
              <a:t>passages</a:t>
            </a:r>
            <a:r>
              <a:rPr lang="pt-BR" sz="3000" dirty="0">
                <a:solidFill>
                  <a:schemeClr val="tx1"/>
                </a:solidFill>
              </a:rPr>
              <a:t>, </a:t>
            </a:r>
            <a:r>
              <a:rPr lang="pt-BR" sz="3000" dirty="0" err="1">
                <a:solidFill>
                  <a:schemeClr val="tx1"/>
                </a:solidFill>
              </a:rPr>
              <a:t>and</a:t>
            </a:r>
            <a:r>
              <a:rPr lang="pt-BR" sz="3000" dirty="0">
                <a:solidFill>
                  <a:schemeClr val="tx1"/>
                </a:solidFill>
              </a:rPr>
              <a:t> more </a:t>
            </a:r>
            <a:r>
              <a:rPr lang="pt-BR" sz="3000" dirty="0" err="1">
                <a:solidFill>
                  <a:schemeClr val="tx1"/>
                </a:solidFill>
              </a:rPr>
              <a:t>recently</a:t>
            </a:r>
            <a:r>
              <a:rPr lang="pt-BR" sz="3000" dirty="0">
                <a:solidFill>
                  <a:schemeClr val="tx1"/>
                </a:solidFill>
              </a:rPr>
              <a:t> </a:t>
            </a:r>
            <a:r>
              <a:rPr lang="pt-BR" sz="3000" dirty="0" err="1">
                <a:solidFill>
                  <a:schemeClr val="tx1"/>
                </a:solidFill>
              </a:rPr>
              <a:t>with</a:t>
            </a:r>
            <a:r>
              <a:rPr lang="pt-BR" sz="3000" dirty="0">
                <a:solidFill>
                  <a:schemeClr val="tx1"/>
                </a:solidFill>
              </a:rPr>
              <a:t> desktop </a:t>
            </a:r>
            <a:r>
              <a:rPr lang="pt-BR" sz="3000" dirty="0" err="1">
                <a:solidFill>
                  <a:schemeClr val="tx1"/>
                </a:solidFill>
              </a:rPr>
              <a:t>publishing</a:t>
            </a:r>
            <a:r>
              <a:rPr lang="pt-BR" sz="3000" dirty="0">
                <a:solidFill>
                  <a:schemeClr val="tx1"/>
                </a:solidFill>
              </a:rPr>
              <a:t> software like </a:t>
            </a:r>
            <a:r>
              <a:rPr lang="pt-BR" sz="3000" dirty="0" err="1">
                <a:solidFill>
                  <a:schemeClr val="tx1"/>
                </a:solidFill>
              </a:rPr>
              <a:t>Aldus</a:t>
            </a:r>
            <a:r>
              <a:rPr lang="pt-BR" sz="3000" dirty="0">
                <a:solidFill>
                  <a:schemeClr val="tx1"/>
                </a:solidFill>
              </a:rPr>
              <a:t> PageMaker </a:t>
            </a:r>
            <a:r>
              <a:rPr lang="pt-BR" sz="3000" dirty="0" err="1">
                <a:solidFill>
                  <a:schemeClr val="tx1"/>
                </a:solidFill>
              </a:rPr>
              <a:t>including</a:t>
            </a:r>
            <a:r>
              <a:rPr lang="pt-BR" sz="3000" dirty="0">
                <a:solidFill>
                  <a:schemeClr val="tx1"/>
                </a:solidFill>
              </a:rPr>
              <a:t> </a:t>
            </a:r>
            <a:r>
              <a:rPr lang="pt-BR" sz="3000" dirty="0" err="1">
                <a:solidFill>
                  <a:schemeClr val="tx1"/>
                </a:solidFill>
              </a:rPr>
              <a:t>versions</a:t>
            </a:r>
            <a:r>
              <a:rPr lang="pt-BR" sz="3000" dirty="0">
                <a:solidFill>
                  <a:schemeClr val="tx1"/>
                </a:solidFill>
              </a:rPr>
              <a:t> </a:t>
            </a:r>
            <a:r>
              <a:rPr lang="pt-BR" sz="3000" dirty="0" err="1">
                <a:solidFill>
                  <a:schemeClr val="tx1"/>
                </a:solidFill>
              </a:rPr>
              <a:t>of</a:t>
            </a:r>
            <a:r>
              <a:rPr lang="pt-BR" sz="3000" dirty="0">
                <a:solidFill>
                  <a:schemeClr val="tx1"/>
                </a:solidFill>
              </a:rPr>
              <a:t> </a:t>
            </a:r>
            <a:r>
              <a:rPr lang="pt-BR" sz="3000" dirty="0" err="1">
                <a:solidFill>
                  <a:schemeClr val="tx1"/>
                </a:solidFill>
              </a:rPr>
              <a:t>Lorem</a:t>
            </a:r>
            <a:r>
              <a:rPr lang="pt-BR" sz="3000" dirty="0">
                <a:solidFill>
                  <a:schemeClr val="tx1"/>
                </a:solidFill>
              </a:rPr>
              <a:t> Ipsum.</a:t>
            </a:r>
          </a:p>
          <a:p>
            <a:pPr algn="just">
              <a:spcBef>
                <a:spcPts val="0"/>
              </a:spcBef>
            </a:pPr>
            <a:endParaRPr lang="pt-BR" sz="2800" dirty="0">
              <a:solidFill>
                <a:schemeClr val="tx1"/>
              </a:solidFill>
            </a:endParaRPr>
          </a:p>
        </p:txBody>
      </p:sp>
      <p:sp>
        <p:nvSpPr>
          <p:cNvPr id="15" name="Subtítulo 2"/>
          <p:cNvSpPr txBox="1">
            <a:spLocks/>
          </p:cNvSpPr>
          <p:nvPr/>
        </p:nvSpPr>
        <p:spPr>
          <a:xfrm>
            <a:off x="16035133" y="10474898"/>
            <a:ext cx="15576604" cy="27328326"/>
          </a:xfrm>
          <a:prstGeom prst="rect">
            <a:avLst/>
          </a:prstGeom>
          <a:noFill/>
          <a:ln>
            <a:noFill/>
          </a:ln>
        </p:spPr>
        <p:txBody>
          <a:bodyPr vert="horz" lIns="432054" tIns="216027" rIns="432054" bIns="216027" rtlCol="0" anchor="t">
            <a:noAutofit/>
          </a:bodyPr>
          <a:lstStyle/>
          <a:p>
            <a:r>
              <a:rPr lang="pt-BR" sz="4400" b="1" dirty="0"/>
              <a:t>Figura 1 – Análise de distribuição do </a:t>
            </a:r>
            <a:r>
              <a:rPr lang="pt-BR" sz="4400" b="1" dirty="0" err="1"/>
              <a:t>dataset</a:t>
            </a:r>
            <a:r>
              <a:rPr lang="pt-BR" sz="4400" b="1" dirty="0"/>
              <a:t>*</a:t>
            </a:r>
            <a:endParaRPr lang="pt-BR" dirty="0"/>
          </a:p>
          <a:p>
            <a:pPr algn="just">
              <a:spcBef>
                <a:spcPts val="0"/>
              </a:spcBef>
            </a:pPr>
            <a:endParaRPr lang="pt-BR" sz="9600" b="1" dirty="0"/>
          </a:p>
          <a:p>
            <a:pPr algn="just">
              <a:spcBef>
                <a:spcPts val="0"/>
              </a:spcBef>
            </a:pPr>
            <a:endParaRPr lang="pt-BR" sz="9600" b="1" dirty="0"/>
          </a:p>
          <a:p>
            <a:pPr algn="just">
              <a:spcBef>
                <a:spcPts val="0"/>
              </a:spcBef>
            </a:pPr>
            <a:endParaRPr lang="pt-BR" sz="9600" b="1" dirty="0"/>
          </a:p>
          <a:p>
            <a:pPr algn="just">
              <a:spcBef>
                <a:spcPts val="0"/>
              </a:spcBef>
            </a:pPr>
            <a:endParaRPr lang="pt-BR" sz="3200" b="1" dirty="0"/>
          </a:p>
          <a:p>
            <a:pPr algn="just">
              <a:spcBef>
                <a:spcPts val="0"/>
              </a:spcBef>
            </a:pPr>
            <a:r>
              <a:rPr lang="pt-BR" sz="3200" b="1" dirty="0"/>
              <a:t>*1.0 = fraude;</a:t>
            </a:r>
          </a:p>
          <a:p>
            <a:pPr algn="just">
              <a:spcBef>
                <a:spcPts val="0"/>
              </a:spcBef>
            </a:pPr>
            <a:r>
              <a:rPr lang="pt-BR" sz="3200" b="1" dirty="0"/>
              <a:t>  0.0 = não fraude;</a:t>
            </a:r>
          </a:p>
          <a:p>
            <a:pPr algn="just">
              <a:spcBef>
                <a:spcPts val="0"/>
              </a:spcBef>
            </a:pPr>
            <a:endParaRPr lang="pt-BR" sz="4000" b="1" dirty="0"/>
          </a:p>
          <a:p>
            <a:r>
              <a:rPr lang="pt-BR" sz="4400" b="1" dirty="0"/>
              <a:t>Figura 2 – Análise de correlação entre os dados</a:t>
            </a:r>
            <a:endParaRPr lang="pt-BR" sz="4400" b="1" dirty="0">
              <a:ea typeface="Calibri"/>
              <a:cs typeface="Calibri"/>
            </a:endParaRPr>
          </a:p>
          <a:p>
            <a:pPr algn="just">
              <a:spcBef>
                <a:spcPts val="0"/>
              </a:spcBef>
            </a:pPr>
            <a:endParaRPr lang="pt-BR" sz="9600" b="1" dirty="0"/>
          </a:p>
          <a:p>
            <a:pPr algn="just">
              <a:spcBef>
                <a:spcPts val="0"/>
              </a:spcBef>
            </a:pPr>
            <a:endParaRPr lang="pt-BR" sz="9600" b="1" dirty="0"/>
          </a:p>
          <a:p>
            <a:pPr algn="just">
              <a:spcBef>
                <a:spcPts val="0"/>
              </a:spcBef>
            </a:pPr>
            <a:endParaRPr lang="pt-BR" sz="9600" b="1" dirty="0"/>
          </a:p>
          <a:p>
            <a:pPr algn="just">
              <a:spcBef>
                <a:spcPts val="0"/>
              </a:spcBef>
            </a:pPr>
            <a:endParaRPr lang="pt-BR" sz="9600" b="1" dirty="0"/>
          </a:p>
          <a:p>
            <a:pPr algn="just">
              <a:spcBef>
                <a:spcPts val="0"/>
              </a:spcBef>
            </a:pPr>
            <a:endParaRPr lang="pt-BR" sz="9600" b="1" dirty="0"/>
          </a:p>
          <a:p>
            <a:pPr algn="just"/>
            <a:endParaRPr lang="pt-BR" sz="3000" b="1" dirty="0"/>
          </a:p>
          <a:p>
            <a:pPr marL="0" marR="0" lvl="0" indent="0" algn="l" defTabSz="4320540" rtl="0" eaLnBrk="1" fontAlgn="auto" latinLnBrk="0" hangingPunct="1">
              <a:lnSpc>
                <a:spcPct val="100000"/>
              </a:lnSpc>
              <a:spcBef>
                <a:spcPts val="0"/>
              </a:spcBef>
              <a:spcAft>
                <a:spcPts val="0"/>
              </a:spcAft>
              <a:buClrTx/>
              <a:buSzTx/>
              <a:buFontTx/>
              <a:buNone/>
              <a:tabLst/>
              <a:defRPr/>
            </a:pPr>
            <a:r>
              <a:rPr kumimoji="0" lang="pt-BR" sz="4400" b="1" i="0" u="none" strike="noStrike" kern="1200" cap="none" spc="0" normalizeH="0" baseline="0" noProof="0" dirty="0">
                <a:ln>
                  <a:noFill/>
                </a:ln>
                <a:solidFill>
                  <a:prstClr val="black"/>
                </a:solidFill>
                <a:effectLst/>
                <a:uLnTx/>
                <a:uFillTx/>
                <a:latin typeface="Calibri"/>
                <a:ea typeface="+mn-ea"/>
                <a:cs typeface="+mn-cs"/>
              </a:rPr>
              <a:t>Figura 3 – Mapa de calor com as previsões do modelo treinado</a:t>
            </a:r>
            <a:endParaRPr kumimoji="0" lang="pt-BR" sz="4400" b="1" i="0" u="none" strike="noStrike" kern="1200" cap="none" spc="0" normalizeH="0" baseline="0" noProof="0" dirty="0">
              <a:ln>
                <a:noFill/>
              </a:ln>
              <a:solidFill>
                <a:prstClr val="black"/>
              </a:solidFill>
              <a:effectLst/>
              <a:uLnTx/>
              <a:uFillTx/>
              <a:latin typeface="Calibri"/>
              <a:ea typeface="Calibri"/>
              <a:cs typeface="Calibri"/>
            </a:endParaRPr>
          </a:p>
          <a:p>
            <a:pPr algn="just">
              <a:spcBef>
                <a:spcPts val="0"/>
              </a:spcBef>
            </a:pPr>
            <a:endParaRPr lang="pt-BR" sz="6600" b="1" dirty="0"/>
          </a:p>
          <a:p>
            <a:pPr algn="just">
              <a:spcBef>
                <a:spcPts val="0"/>
              </a:spcBef>
            </a:pPr>
            <a:endParaRPr lang="pt-BR" sz="6600" b="1" dirty="0"/>
          </a:p>
          <a:p>
            <a:pPr algn="just">
              <a:spcBef>
                <a:spcPts val="0"/>
              </a:spcBef>
            </a:pPr>
            <a:endParaRPr lang="pt-BR" sz="6600" b="1" dirty="0"/>
          </a:p>
          <a:p>
            <a:pPr algn="just">
              <a:spcBef>
                <a:spcPts val="0"/>
              </a:spcBef>
            </a:pPr>
            <a:endParaRPr lang="pt-BR" sz="6600" b="1" dirty="0"/>
          </a:p>
          <a:p>
            <a:pPr algn="just">
              <a:spcBef>
                <a:spcPts val="0"/>
              </a:spcBef>
            </a:pPr>
            <a:endParaRPr lang="pt-BR" sz="6600" b="1" dirty="0"/>
          </a:p>
          <a:p>
            <a:pPr algn="just">
              <a:spcBef>
                <a:spcPts val="0"/>
              </a:spcBef>
            </a:pPr>
            <a:endParaRPr lang="pt-BR" sz="6600" b="1" dirty="0"/>
          </a:p>
          <a:p>
            <a:pPr algn="just">
              <a:spcBef>
                <a:spcPts val="0"/>
              </a:spcBef>
            </a:pPr>
            <a:r>
              <a:rPr lang="pt-BR" sz="6600" b="1" dirty="0"/>
              <a:t>CONCLUSÃO</a:t>
            </a:r>
            <a:endParaRPr lang="pt-BR" sz="9600" b="1" dirty="0"/>
          </a:p>
          <a:p>
            <a:pPr algn="just"/>
            <a:r>
              <a:rPr lang="pt-BR" sz="3000" dirty="0" err="1"/>
              <a:t>Lorem</a:t>
            </a:r>
            <a:r>
              <a:rPr lang="pt-BR" sz="3000" dirty="0"/>
              <a:t> Ipsum </a:t>
            </a:r>
            <a:r>
              <a:rPr lang="pt-BR" sz="3000" dirty="0" err="1"/>
              <a:t>is</a:t>
            </a:r>
            <a:r>
              <a:rPr lang="pt-BR" sz="3000" dirty="0"/>
              <a:t> </a:t>
            </a:r>
            <a:r>
              <a:rPr lang="pt-BR" sz="3000" dirty="0" err="1"/>
              <a:t>simply</a:t>
            </a:r>
            <a:r>
              <a:rPr lang="pt-BR" sz="3000" dirty="0"/>
              <a:t> </a:t>
            </a:r>
            <a:r>
              <a:rPr lang="pt-BR" sz="3000" dirty="0" err="1"/>
              <a:t>dummy</a:t>
            </a:r>
            <a:r>
              <a:rPr lang="pt-BR" sz="3000" dirty="0"/>
              <a:t> </a:t>
            </a:r>
            <a:r>
              <a:rPr lang="pt-BR" sz="3000" dirty="0" err="1"/>
              <a:t>text</a:t>
            </a:r>
            <a:r>
              <a:rPr lang="pt-BR" sz="3000" dirty="0"/>
              <a:t> </a:t>
            </a:r>
            <a:r>
              <a:rPr lang="pt-BR" sz="3000" dirty="0" err="1"/>
              <a:t>of</a:t>
            </a:r>
            <a:r>
              <a:rPr lang="pt-BR" sz="3000" dirty="0"/>
              <a:t> </a:t>
            </a:r>
            <a:r>
              <a:rPr lang="pt-BR" sz="3000" dirty="0" err="1"/>
              <a:t>the</a:t>
            </a:r>
            <a:r>
              <a:rPr lang="pt-BR" sz="3000" dirty="0"/>
              <a:t> </a:t>
            </a:r>
            <a:r>
              <a:rPr lang="pt-BR" sz="3000" dirty="0" err="1"/>
              <a:t>printing</a:t>
            </a:r>
            <a:r>
              <a:rPr lang="pt-BR" sz="3000" dirty="0"/>
              <a:t> </a:t>
            </a:r>
            <a:r>
              <a:rPr lang="pt-BR" sz="3000" dirty="0" err="1"/>
              <a:t>and</a:t>
            </a:r>
            <a:r>
              <a:rPr lang="pt-BR" sz="3000" dirty="0"/>
              <a:t> </a:t>
            </a:r>
            <a:r>
              <a:rPr lang="pt-BR" sz="3000" dirty="0" err="1"/>
              <a:t>typesetting</a:t>
            </a:r>
            <a:r>
              <a:rPr lang="pt-BR" sz="3000" dirty="0"/>
              <a:t> </a:t>
            </a:r>
            <a:r>
              <a:rPr lang="pt-BR" sz="3000" dirty="0" err="1"/>
              <a:t>industry</a:t>
            </a:r>
            <a:r>
              <a:rPr lang="pt-BR" sz="3000" dirty="0"/>
              <a:t>. </a:t>
            </a:r>
            <a:r>
              <a:rPr lang="pt-BR" sz="3000" dirty="0" err="1"/>
              <a:t>Lorem</a:t>
            </a:r>
            <a:r>
              <a:rPr lang="pt-BR" sz="3000" dirty="0"/>
              <a:t> Ipsum </a:t>
            </a:r>
            <a:r>
              <a:rPr lang="pt-BR" sz="3000" dirty="0" err="1"/>
              <a:t>has</a:t>
            </a:r>
            <a:r>
              <a:rPr lang="pt-BR" sz="3000" dirty="0"/>
              <a:t> </a:t>
            </a:r>
            <a:r>
              <a:rPr lang="pt-BR" sz="3000" dirty="0" err="1"/>
              <a:t>been</a:t>
            </a:r>
            <a:r>
              <a:rPr lang="pt-BR" sz="3000" dirty="0"/>
              <a:t> </a:t>
            </a:r>
            <a:r>
              <a:rPr lang="pt-BR" sz="3000" dirty="0" err="1"/>
              <a:t>the</a:t>
            </a:r>
            <a:r>
              <a:rPr lang="pt-BR" sz="3000" dirty="0"/>
              <a:t> </a:t>
            </a:r>
            <a:r>
              <a:rPr lang="pt-BR" sz="3000" dirty="0" err="1"/>
              <a:t>industry's</a:t>
            </a:r>
            <a:r>
              <a:rPr lang="pt-BR" sz="3000" dirty="0"/>
              <a:t> standard </a:t>
            </a:r>
            <a:r>
              <a:rPr lang="pt-BR" sz="3000" dirty="0" err="1"/>
              <a:t>dummy</a:t>
            </a:r>
            <a:r>
              <a:rPr lang="pt-BR" sz="3000" dirty="0"/>
              <a:t> </a:t>
            </a:r>
            <a:r>
              <a:rPr lang="pt-BR" sz="3000" dirty="0" err="1"/>
              <a:t>text</a:t>
            </a:r>
            <a:r>
              <a:rPr lang="pt-BR" sz="3000" dirty="0"/>
              <a:t> </a:t>
            </a:r>
            <a:r>
              <a:rPr lang="pt-BR" sz="3000" dirty="0" err="1"/>
              <a:t>ever</a:t>
            </a:r>
            <a:r>
              <a:rPr lang="pt-BR" sz="3000" dirty="0"/>
              <a:t> </a:t>
            </a:r>
            <a:r>
              <a:rPr lang="pt-BR" sz="3000" dirty="0" err="1"/>
              <a:t>since</a:t>
            </a:r>
            <a:r>
              <a:rPr lang="pt-BR" sz="3000" dirty="0"/>
              <a:t> </a:t>
            </a:r>
            <a:r>
              <a:rPr lang="pt-BR" sz="3000" dirty="0" err="1"/>
              <a:t>the</a:t>
            </a:r>
            <a:r>
              <a:rPr lang="pt-BR" sz="3000" dirty="0"/>
              <a:t> 1500s, </a:t>
            </a:r>
            <a:r>
              <a:rPr lang="pt-BR" sz="3000" dirty="0" err="1"/>
              <a:t>when</a:t>
            </a:r>
            <a:r>
              <a:rPr lang="pt-BR" sz="3000" dirty="0"/>
              <a:t> </a:t>
            </a:r>
            <a:r>
              <a:rPr lang="pt-BR" sz="3000" dirty="0" err="1"/>
              <a:t>an</a:t>
            </a:r>
            <a:r>
              <a:rPr lang="pt-BR" sz="3000" dirty="0"/>
              <a:t> </a:t>
            </a:r>
            <a:r>
              <a:rPr lang="pt-BR" sz="3000" dirty="0" err="1"/>
              <a:t>unknown</a:t>
            </a:r>
            <a:r>
              <a:rPr lang="pt-BR" sz="3000" dirty="0"/>
              <a:t> </a:t>
            </a:r>
            <a:r>
              <a:rPr lang="pt-BR" sz="3000" dirty="0" err="1"/>
              <a:t>printer</a:t>
            </a:r>
            <a:r>
              <a:rPr lang="pt-BR" sz="3000" dirty="0"/>
              <a:t> </a:t>
            </a:r>
            <a:r>
              <a:rPr lang="pt-BR" sz="3000" dirty="0" err="1"/>
              <a:t>took</a:t>
            </a:r>
            <a:r>
              <a:rPr lang="pt-BR" sz="3000" dirty="0"/>
              <a:t> a </a:t>
            </a:r>
            <a:r>
              <a:rPr lang="pt-BR" sz="3000" dirty="0" err="1"/>
              <a:t>galley</a:t>
            </a:r>
            <a:r>
              <a:rPr lang="pt-BR" sz="3000" dirty="0"/>
              <a:t> </a:t>
            </a:r>
            <a:r>
              <a:rPr lang="pt-BR" sz="3000" dirty="0" err="1"/>
              <a:t>of</a:t>
            </a:r>
            <a:r>
              <a:rPr lang="pt-BR" sz="3000" dirty="0"/>
              <a:t> </a:t>
            </a:r>
            <a:r>
              <a:rPr lang="pt-BR" sz="3000" dirty="0" err="1"/>
              <a:t>type</a:t>
            </a:r>
            <a:r>
              <a:rPr lang="pt-BR" sz="3000" dirty="0"/>
              <a:t> </a:t>
            </a:r>
            <a:r>
              <a:rPr lang="pt-BR" sz="3000" dirty="0" err="1"/>
              <a:t>and</a:t>
            </a:r>
            <a:r>
              <a:rPr lang="pt-BR" sz="3000" dirty="0"/>
              <a:t> </a:t>
            </a:r>
            <a:r>
              <a:rPr lang="pt-BR" sz="3000" dirty="0" err="1"/>
              <a:t>scrambled</a:t>
            </a:r>
            <a:r>
              <a:rPr lang="pt-BR" sz="3000" dirty="0"/>
              <a:t> it </a:t>
            </a:r>
            <a:r>
              <a:rPr lang="pt-BR" sz="3000" dirty="0" err="1"/>
              <a:t>to</a:t>
            </a:r>
            <a:r>
              <a:rPr lang="pt-BR" sz="3000" dirty="0"/>
              <a:t> make a </a:t>
            </a:r>
            <a:r>
              <a:rPr lang="pt-BR" sz="3000" dirty="0" err="1"/>
              <a:t>type</a:t>
            </a:r>
            <a:r>
              <a:rPr lang="pt-BR" sz="3000" dirty="0"/>
              <a:t> </a:t>
            </a:r>
            <a:r>
              <a:rPr lang="pt-BR" sz="3000" dirty="0" err="1"/>
              <a:t>specimen</a:t>
            </a:r>
            <a:r>
              <a:rPr lang="pt-BR" sz="3000" dirty="0"/>
              <a:t> book. It </a:t>
            </a:r>
            <a:r>
              <a:rPr lang="pt-BR" sz="3000" dirty="0" err="1"/>
              <a:t>has</a:t>
            </a:r>
            <a:r>
              <a:rPr lang="pt-BR" sz="3000" dirty="0"/>
              <a:t> </a:t>
            </a:r>
            <a:r>
              <a:rPr lang="pt-BR" sz="3000" dirty="0" err="1"/>
              <a:t>survived</a:t>
            </a:r>
            <a:r>
              <a:rPr lang="pt-BR" sz="3000" dirty="0"/>
              <a:t> </a:t>
            </a:r>
            <a:r>
              <a:rPr lang="pt-BR" sz="3000" dirty="0" err="1"/>
              <a:t>not</a:t>
            </a:r>
            <a:r>
              <a:rPr lang="pt-BR" sz="3000" dirty="0"/>
              <a:t> </a:t>
            </a:r>
            <a:r>
              <a:rPr lang="pt-BR" sz="3000" dirty="0" err="1"/>
              <a:t>only</a:t>
            </a:r>
            <a:r>
              <a:rPr lang="pt-BR" sz="3000" dirty="0"/>
              <a:t> </a:t>
            </a:r>
            <a:r>
              <a:rPr lang="pt-BR" sz="3000" dirty="0" err="1"/>
              <a:t>five</a:t>
            </a:r>
            <a:r>
              <a:rPr lang="pt-BR" sz="3000" dirty="0"/>
              <a:t> </a:t>
            </a:r>
            <a:r>
              <a:rPr lang="pt-BR" sz="3000" dirty="0" err="1"/>
              <a:t>centuries</a:t>
            </a:r>
            <a:r>
              <a:rPr lang="pt-BR" sz="3000" dirty="0"/>
              <a:t>, </a:t>
            </a:r>
            <a:r>
              <a:rPr lang="pt-BR" sz="3000" dirty="0" err="1"/>
              <a:t>but</a:t>
            </a:r>
            <a:r>
              <a:rPr lang="pt-BR" sz="3000" dirty="0"/>
              <a:t> </a:t>
            </a:r>
            <a:r>
              <a:rPr lang="pt-BR" sz="3000" dirty="0" err="1"/>
              <a:t>also</a:t>
            </a:r>
            <a:r>
              <a:rPr lang="pt-BR" sz="3000" dirty="0"/>
              <a:t> </a:t>
            </a:r>
            <a:r>
              <a:rPr lang="pt-BR" sz="3000" dirty="0" err="1"/>
              <a:t>the</a:t>
            </a:r>
            <a:r>
              <a:rPr lang="pt-BR" sz="3000" dirty="0"/>
              <a:t> </a:t>
            </a:r>
            <a:r>
              <a:rPr lang="pt-BR" sz="3000" dirty="0" err="1"/>
              <a:t>leap</a:t>
            </a:r>
            <a:r>
              <a:rPr lang="pt-BR" sz="3000" dirty="0"/>
              <a:t> </a:t>
            </a:r>
            <a:r>
              <a:rPr lang="pt-BR" sz="3000" dirty="0" err="1"/>
              <a:t>into</a:t>
            </a:r>
            <a:r>
              <a:rPr lang="pt-BR" sz="3000" dirty="0"/>
              <a:t> </a:t>
            </a:r>
            <a:r>
              <a:rPr lang="pt-BR" sz="3000" dirty="0" err="1"/>
              <a:t>electronic</a:t>
            </a:r>
            <a:r>
              <a:rPr lang="pt-BR" sz="3000" dirty="0"/>
              <a:t> </a:t>
            </a:r>
            <a:r>
              <a:rPr lang="pt-BR" sz="3000" dirty="0" err="1"/>
              <a:t>typesetting</a:t>
            </a:r>
            <a:r>
              <a:rPr lang="pt-BR" sz="3000" dirty="0"/>
              <a:t>, </a:t>
            </a:r>
            <a:r>
              <a:rPr lang="pt-BR" sz="3000" dirty="0" err="1"/>
              <a:t>remaining</a:t>
            </a:r>
            <a:r>
              <a:rPr lang="pt-BR" sz="3000" dirty="0"/>
              <a:t> </a:t>
            </a:r>
            <a:r>
              <a:rPr lang="pt-BR" sz="3000" dirty="0" err="1"/>
              <a:t>essentially</a:t>
            </a:r>
            <a:r>
              <a:rPr lang="pt-BR" sz="3000" dirty="0"/>
              <a:t> </a:t>
            </a:r>
            <a:r>
              <a:rPr lang="pt-BR" sz="3000" dirty="0" err="1"/>
              <a:t>unchanged</a:t>
            </a:r>
            <a:r>
              <a:rPr lang="pt-BR" sz="3000" dirty="0"/>
              <a:t>. It </a:t>
            </a:r>
            <a:r>
              <a:rPr lang="pt-BR" sz="3000" dirty="0" err="1"/>
              <a:t>was</a:t>
            </a:r>
            <a:r>
              <a:rPr lang="pt-BR" sz="3000" dirty="0"/>
              <a:t> </a:t>
            </a:r>
            <a:r>
              <a:rPr lang="pt-BR" sz="3000" dirty="0" err="1"/>
              <a:t>popularised</a:t>
            </a:r>
            <a:r>
              <a:rPr lang="pt-BR" sz="3000" dirty="0"/>
              <a:t> in </a:t>
            </a:r>
            <a:r>
              <a:rPr lang="pt-BR" sz="3000" dirty="0" err="1"/>
              <a:t>the</a:t>
            </a:r>
            <a:r>
              <a:rPr lang="pt-BR" sz="3000" dirty="0"/>
              <a:t> 1960s </a:t>
            </a:r>
            <a:r>
              <a:rPr lang="pt-BR" sz="3000" dirty="0" err="1"/>
              <a:t>with</a:t>
            </a:r>
            <a:r>
              <a:rPr lang="pt-BR" sz="3000" dirty="0"/>
              <a:t> </a:t>
            </a:r>
            <a:r>
              <a:rPr lang="pt-BR" sz="3000" dirty="0" err="1"/>
              <a:t>the</a:t>
            </a:r>
            <a:r>
              <a:rPr lang="pt-BR" sz="3000" dirty="0"/>
              <a:t> release </a:t>
            </a:r>
            <a:r>
              <a:rPr lang="pt-BR" sz="3000" dirty="0" err="1"/>
              <a:t>of</a:t>
            </a:r>
            <a:r>
              <a:rPr lang="pt-BR" sz="3000" dirty="0"/>
              <a:t> </a:t>
            </a:r>
            <a:r>
              <a:rPr lang="pt-BR" sz="3000" dirty="0" err="1"/>
              <a:t>Letraset</a:t>
            </a:r>
            <a:r>
              <a:rPr lang="pt-BR" sz="3000" dirty="0"/>
              <a:t> </a:t>
            </a:r>
            <a:r>
              <a:rPr lang="pt-BR" sz="3000" dirty="0" err="1"/>
              <a:t>sheets</a:t>
            </a:r>
            <a:r>
              <a:rPr lang="pt-BR" sz="3000" dirty="0"/>
              <a:t> </a:t>
            </a:r>
            <a:r>
              <a:rPr lang="pt-BR" sz="3000" dirty="0" err="1"/>
              <a:t>containing</a:t>
            </a:r>
            <a:r>
              <a:rPr lang="pt-BR" sz="3000" dirty="0"/>
              <a:t> </a:t>
            </a:r>
            <a:r>
              <a:rPr lang="pt-BR" sz="3000" dirty="0" err="1"/>
              <a:t>Lorem</a:t>
            </a:r>
            <a:r>
              <a:rPr lang="pt-BR" sz="3000" dirty="0"/>
              <a:t> Ipsum </a:t>
            </a:r>
            <a:r>
              <a:rPr lang="pt-BR" sz="3000" dirty="0" err="1"/>
              <a:t>passages</a:t>
            </a:r>
            <a:r>
              <a:rPr lang="pt-BR" sz="3000" dirty="0"/>
              <a:t>, </a:t>
            </a:r>
            <a:r>
              <a:rPr lang="pt-BR" sz="3000" dirty="0" err="1"/>
              <a:t>and</a:t>
            </a:r>
            <a:r>
              <a:rPr lang="pt-BR" sz="3000" dirty="0"/>
              <a:t> more </a:t>
            </a:r>
            <a:r>
              <a:rPr lang="pt-BR" sz="3000" dirty="0" err="1"/>
              <a:t>recently</a:t>
            </a:r>
            <a:r>
              <a:rPr lang="pt-BR" sz="3000" dirty="0"/>
              <a:t> </a:t>
            </a:r>
            <a:r>
              <a:rPr lang="pt-BR" sz="3000" dirty="0" err="1"/>
              <a:t>with</a:t>
            </a:r>
            <a:r>
              <a:rPr lang="pt-BR" sz="3000" dirty="0"/>
              <a:t> desktop </a:t>
            </a:r>
            <a:r>
              <a:rPr lang="pt-BR" sz="3000" dirty="0" err="1"/>
              <a:t>publishing</a:t>
            </a:r>
            <a:r>
              <a:rPr lang="pt-BR" sz="3000" dirty="0"/>
              <a:t> software like </a:t>
            </a:r>
            <a:r>
              <a:rPr lang="pt-BR" sz="3000" dirty="0" err="1"/>
              <a:t>Aldus</a:t>
            </a:r>
            <a:r>
              <a:rPr lang="pt-BR" sz="3000" dirty="0"/>
              <a:t> PageMaker </a:t>
            </a:r>
            <a:r>
              <a:rPr lang="pt-BR" sz="3000" dirty="0" err="1"/>
              <a:t>including</a:t>
            </a:r>
            <a:r>
              <a:rPr lang="pt-BR" sz="3000" dirty="0"/>
              <a:t> </a:t>
            </a:r>
            <a:r>
              <a:rPr lang="pt-BR" sz="3000" dirty="0" err="1"/>
              <a:t>versions</a:t>
            </a:r>
            <a:r>
              <a:rPr lang="pt-BR" sz="3000" dirty="0"/>
              <a:t> </a:t>
            </a:r>
            <a:r>
              <a:rPr lang="pt-BR" sz="3000" dirty="0" err="1"/>
              <a:t>of</a:t>
            </a:r>
            <a:r>
              <a:rPr lang="pt-BR" sz="3000" dirty="0"/>
              <a:t> </a:t>
            </a:r>
            <a:r>
              <a:rPr lang="pt-BR" sz="3000" dirty="0" err="1"/>
              <a:t>Lorem</a:t>
            </a:r>
            <a:r>
              <a:rPr lang="pt-BR" sz="3000" dirty="0"/>
              <a:t> Ipsum.</a:t>
            </a:r>
          </a:p>
          <a:p>
            <a:endParaRPr lang="pt-BR" sz="2800" dirty="0"/>
          </a:p>
        </p:txBody>
      </p:sp>
      <p:sp>
        <p:nvSpPr>
          <p:cNvPr id="4" name="Rectangle 3"/>
          <p:cNvSpPr>
            <a:spLocks noChangeArrowheads="1"/>
          </p:cNvSpPr>
          <p:nvPr/>
        </p:nvSpPr>
        <p:spPr bwMode="auto">
          <a:xfrm>
            <a:off x="0" y="0"/>
            <a:ext cx="324040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pt-BR"/>
          </a:p>
        </p:txBody>
      </p:sp>
      <p:sp>
        <p:nvSpPr>
          <p:cNvPr id="5" name="Rectangle 4"/>
          <p:cNvSpPr>
            <a:spLocks noChangeArrowheads="1"/>
          </p:cNvSpPr>
          <p:nvPr/>
        </p:nvSpPr>
        <p:spPr bwMode="auto">
          <a:xfrm>
            <a:off x="0" y="457200"/>
            <a:ext cx="324040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pt-BR"/>
          </a:p>
        </p:txBody>
      </p:sp>
      <p:sp>
        <p:nvSpPr>
          <p:cNvPr id="17" name="Subtítulo 2"/>
          <p:cNvSpPr txBox="1">
            <a:spLocks/>
          </p:cNvSpPr>
          <p:nvPr/>
        </p:nvSpPr>
        <p:spPr>
          <a:xfrm>
            <a:off x="861805" y="38308556"/>
            <a:ext cx="30749932" cy="4103180"/>
          </a:xfrm>
          <a:prstGeom prst="rect">
            <a:avLst/>
          </a:prstGeom>
          <a:ln>
            <a:noFill/>
          </a:ln>
        </p:spPr>
        <p:txBody>
          <a:bodyPr vert="horz" lIns="432054" tIns="216027" rIns="432054" bIns="216027" rtlCol="0" anchor="t">
            <a:noAutofit/>
          </a:bodyPr>
          <a:lstStyle>
            <a:lvl1pPr marL="0" indent="0" algn="ctr" defTabSz="4320540" rtl="0" eaLnBrk="1" latinLnBrk="0" hangingPunct="1">
              <a:spcBef>
                <a:spcPct val="20000"/>
              </a:spcBef>
              <a:buFont typeface="Arial" pitchFamily="34" charset="0"/>
              <a:buNone/>
              <a:defRPr sz="15100" kern="1200">
                <a:solidFill>
                  <a:schemeClr val="tx1">
                    <a:tint val="75000"/>
                  </a:schemeClr>
                </a:solidFill>
                <a:latin typeface="+mn-lt"/>
                <a:ea typeface="+mn-ea"/>
                <a:cs typeface="+mn-cs"/>
              </a:defRPr>
            </a:lvl1pPr>
            <a:lvl2pPr marL="2160270" indent="0" algn="ctr" defTabSz="4320540" rtl="0" eaLnBrk="1" latinLnBrk="0" hangingPunct="1">
              <a:spcBef>
                <a:spcPct val="20000"/>
              </a:spcBef>
              <a:buFont typeface="Arial" pitchFamily="34" charset="0"/>
              <a:buNone/>
              <a:defRPr sz="13200" kern="1200">
                <a:solidFill>
                  <a:schemeClr val="tx1">
                    <a:tint val="75000"/>
                  </a:schemeClr>
                </a:solidFill>
                <a:latin typeface="+mn-lt"/>
                <a:ea typeface="+mn-ea"/>
                <a:cs typeface="+mn-cs"/>
              </a:defRPr>
            </a:lvl2pPr>
            <a:lvl3pPr marL="4320540" indent="0" algn="ctr" defTabSz="4320540" rtl="0" eaLnBrk="1" latinLnBrk="0" hangingPunct="1">
              <a:spcBef>
                <a:spcPct val="20000"/>
              </a:spcBef>
              <a:buFont typeface="Arial" pitchFamily="34" charset="0"/>
              <a:buNone/>
              <a:defRPr sz="11300" kern="1200">
                <a:solidFill>
                  <a:schemeClr val="tx1">
                    <a:tint val="75000"/>
                  </a:schemeClr>
                </a:solidFill>
                <a:latin typeface="+mn-lt"/>
                <a:ea typeface="+mn-ea"/>
                <a:cs typeface="+mn-cs"/>
              </a:defRPr>
            </a:lvl3pPr>
            <a:lvl4pPr marL="6480810" indent="0" algn="ctr" defTabSz="4320540" rtl="0" eaLnBrk="1" latinLnBrk="0" hangingPunct="1">
              <a:spcBef>
                <a:spcPct val="20000"/>
              </a:spcBef>
              <a:buFont typeface="Arial" pitchFamily="34" charset="0"/>
              <a:buNone/>
              <a:defRPr sz="9500" kern="1200">
                <a:solidFill>
                  <a:schemeClr val="tx1">
                    <a:tint val="75000"/>
                  </a:schemeClr>
                </a:solidFill>
                <a:latin typeface="+mn-lt"/>
                <a:ea typeface="+mn-ea"/>
                <a:cs typeface="+mn-cs"/>
              </a:defRPr>
            </a:lvl4pPr>
            <a:lvl5pPr marL="8641080" indent="0" algn="ctr" defTabSz="4320540" rtl="0" eaLnBrk="1" latinLnBrk="0" hangingPunct="1">
              <a:spcBef>
                <a:spcPct val="20000"/>
              </a:spcBef>
              <a:buFont typeface="Arial" pitchFamily="34" charset="0"/>
              <a:buNone/>
              <a:defRPr sz="9500" kern="1200">
                <a:solidFill>
                  <a:schemeClr val="tx1">
                    <a:tint val="75000"/>
                  </a:schemeClr>
                </a:solidFill>
                <a:latin typeface="+mn-lt"/>
                <a:ea typeface="+mn-ea"/>
                <a:cs typeface="+mn-cs"/>
              </a:defRPr>
            </a:lvl5pPr>
            <a:lvl6pPr marL="10801350" indent="0" algn="ctr" defTabSz="4320540" rtl="0" eaLnBrk="1" latinLnBrk="0" hangingPunct="1">
              <a:spcBef>
                <a:spcPct val="20000"/>
              </a:spcBef>
              <a:buFont typeface="Arial" pitchFamily="34" charset="0"/>
              <a:buNone/>
              <a:defRPr sz="9500" kern="1200">
                <a:solidFill>
                  <a:schemeClr val="tx1">
                    <a:tint val="75000"/>
                  </a:schemeClr>
                </a:solidFill>
                <a:latin typeface="+mn-lt"/>
                <a:ea typeface="+mn-ea"/>
                <a:cs typeface="+mn-cs"/>
              </a:defRPr>
            </a:lvl6pPr>
            <a:lvl7pPr marL="12961620" indent="0" algn="ctr" defTabSz="4320540" rtl="0" eaLnBrk="1" latinLnBrk="0" hangingPunct="1">
              <a:spcBef>
                <a:spcPct val="20000"/>
              </a:spcBef>
              <a:buFont typeface="Arial" pitchFamily="34" charset="0"/>
              <a:buNone/>
              <a:defRPr sz="9500" kern="1200">
                <a:solidFill>
                  <a:schemeClr val="tx1">
                    <a:tint val="75000"/>
                  </a:schemeClr>
                </a:solidFill>
                <a:latin typeface="+mn-lt"/>
                <a:ea typeface="+mn-ea"/>
                <a:cs typeface="+mn-cs"/>
              </a:defRPr>
            </a:lvl7pPr>
            <a:lvl8pPr marL="15121890" indent="0" algn="ctr" defTabSz="4320540" rtl="0" eaLnBrk="1" latinLnBrk="0" hangingPunct="1">
              <a:spcBef>
                <a:spcPct val="20000"/>
              </a:spcBef>
              <a:buFont typeface="Arial" pitchFamily="34" charset="0"/>
              <a:buNone/>
              <a:defRPr sz="9500" kern="1200">
                <a:solidFill>
                  <a:schemeClr val="tx1">
                    <a:tint val="75000"/>
                  </a:schemeClr>
                </a:solidFill>
                <a:latin typeface="+mn-lt"/>
                <a:ea typeface="+mn-ea"/>
                <a:cs typeface="+mn-cs"/>
              </a:defRPr>
            </a:lvl8pPr>
            <a:lvl9pPr marL="17282160" indent="0" algn="ctr" defTabSz="4320540" rtl="0" eaLnBrk="1" latinLnBrk="0" hangingPunct="1">
              <a:spcBef>
                <a:spcPct val="20000"/>
              </a:spcBef>
              <a:buFont typeface="Arial" pitchFamily="34" charset="0"/>
              <a:buNone/>
              <a:defRPr sz="9500" kern="1200">
                <a:solidFill>
                  <a:schemeClr val="tx1">
                    <a:tint val="75000"/>
                  </a:schemeClr>
                </a:solidFill>
                <a:latin typeface="+mn-lt"/>
                <a:ea typeface="+mn-ea"/>
                <a:cs typeface="+mn-cs"/>
              </a:defRPr>
            </a:lvl9pPr>
          </a:lstStyle>
          <a:p>
            <a:pPr algn="just">
              <a:spcBef>
                <a:spcPts val="0"/>
              </a:spcBef>
            </a:pPr>
            <a:r>
              <a:rPr lang="pt-BR" sz="6600" b="1" dirty="0">
                <a:solidFill>
                  <a:schemeClr val="tx1"/>
                </a:solidFill>
              </a:rPr>
              <a:t>REFERÊNCIAS BIBLIOGRÁFICAS</a:t>
            </a:r>
          </a:p>
          <a:p>
            <a:pPr algn="just">
              <a:spcBef>
                <a:spcPts val="0"/>
              </a:spcBef>
            </a:pPr>
            <a:endParaRPr lang="pt-BR" sz="2800" b="1" dirty="0">
              <a:solidFill>
                <a:schemeClr val="tx1"/>
              </a:solidFill>
            </a:endParaRPr>
          </a:p>
          <a:p>
            <a:pPr algn="just">
              <a:spcBef>
                <a:spcPts val="0"/>
              </a:spcBef>
            </a:pPr>
            <a:r>
              <a:rPr lang="pt-BR" sz="3200" b="1" dirty="0">
                <a:solidFill>
                  <a:schemeClr val="tx1"/>
                </a:solidFill>
              </a:rPr>
              <a:t>1. VEJA. Brasil é o segundo país com maior índice de fraudes. Disponível em: &lt;https://veja.abril.com.br/economia/brasil-e-o-segundo-pais-com-maior-</a:t>
            </a:r>
            <a:r>
              <a:rPr lang="pt-BR" sz="3200" b="1" dirty="0" err="1">
                <a:solidFill>
                  <a:schemeClr val="tx1"/>
                </a:solidFill>
              </a:rPr>
              <a:t>indice</a:t>
            </a:r>
            <a:r>
              <a:rPr lang="pt-BR" sz="3200" b="1" dirty="0">
                <a:solidFill>
                  <a:schemeClr val="tx1"/>
                </a:solidFill>
              </a:rPr>
              <a:t>-</a:t>
            </a:r>
            <a:r>
              <a:rPr lang="pt-BR" sz="3200" b="1" dirty="0" err="1">
                <a:solidFill>
                  <a:schemeClr val="tx1"/>
                </a:solidFill>
              </a:rPr>
              <a:t>de-fraudes</a:t>
            </a:r>
            <a:r>
              <a:rPr lang="pt-BR" sz="3200" b="1" dirty="0">
                <a:solidFill>
                  <a:schemeClr val="tx1"/>
                </a:solidFill>
              </a:rPr>
              <a:t>/&gt;. Acesso em: 19 nov. 2025.</a:t>
            </a:r>
          </a:p>
          <a:p>
            <a:pPr algn="just">
              <a:spcBef>
                <a:spcPts val="0"/>
              </a:spcBef>
            </a:pPr>
            <a:endParaRPr lang="pt-BR" sz="3200" b="1" dirty="0">
              <a:solidFill>
                <a:schemeClr val="tx1"/>
              </a:solidFill>
            </a:endParaRPr>
          </a:p>
          <a:p>
            <a:pPr algn="just">
              <a:spcBef>
                <a:spcPts val="0"/>
              </a:spcBef>
            </a:pPr>
            <a:r>
              <a:rPr lang="pt-BR" sz="3200" b="1" dirty="0">
                <a:solidFill>
                  <a:schemeClr val="tx1"/>
                </a:solidFill>
              </a:rPr>
              <a:t>2. DHANUSH, </a:t>
            </a:r>
            <a:r>
              <a:rPr lang="pt-BR" sz="3200" b="1" dirty="0" err="1">
                <a:solidFill>
                  <a:schemeClr val="tx1"/>
                </a:solidFill>
              </a:rPr>
              <a:t>Narayanan</a:t>
            </a:r>
            <a:r>
              <a:rPr lang="pt-BR" sz="3200" b="1" dirty="0">
                <a:solidFill>
                  <a:schemeClr val="tx1"/>
                </a:solidFill>
              </a:rPr>
              <a:t> R. </a:t>
            </a:r>
            <a:r>
              <a:rPr lang="pt-BR" sz="3200" b="1" dirty="0" err="1">
                <a:solidFill>
                  <a:schemeClr val="tx1"/>
                </a:solidFill>
              </a:rPr>
              <a:t>Credit</a:t>
            </a:r>
            <a:r>
              <a:rPr lang="pt-BR" sz="3200" b="1" dirty="0">
                <a:solidFill>
                  <a:schemeClr val="tx1"/>
                </a:solidFill>
              </a:rPr>
              <a:t> card </a:t>
            </a:r>
            <a:r>
              <a:rPr lang="pt-BR" sz="3200" b="1" dirty="0" err="1">
                <a:solidFill>
                  <a:schemeClr val="tx1"/>
                </a:solidFill>
              </a:rPr>
              <a:t>fraud</a:t>
            </a:r>
            <a:r>
              <a:rPr lang="pt-BR" sz="3200" b="1" dirty="0">
                <a:solidFill>
                  <a:schemeClr val="tx1"/>
                </a:solidFill>
              </a:rPr>
              <a:t>. , 7 maio 2022. . Acesso em: 31 out. 2025. Disponível em: &lt;https://www.kaggle.com/</a:t>
            </a:r>
            <a:r>
              <a:rPr lang="pt-BR" sz="3200" b="1" dirty="0" err="1">
                <a:solidFill>
                  <a:schemeClr val="tx1"/>
                </a:solidFill>
              </a:rPr>
              <a:t>datasets</a:t>
            </a:r>
            <a:r>
              <a:rPr lang="pt-BR" sz="3200" b="1" dirty="0">
                <a:solidFill>
                  <a:schemeClr val="tx1"/>
                </a:solidFill>
              </a:rPr>
              <a:t>/</a:t>
            </a:r>
            <a:r>
              <a:rPr lang="pt-BR" sz="3200" b="1" dirty="0" err="1">
                <a:solidFill>
                  <a:schemeClr val="tx1"/>
                </a:solidFill>
              </a:rPr>
              <a:t>dhanushnarayananr</a:t>
            </a:r>
            <a:r>
              <a:rPr lang="pt-BR" sz="3200" b="1" dirty="0">
                <a:solidFill>
                  <a:schemeClr val="tx1"/>
                </a:solidFill>
              </a:rPr>
              <a:t>/</a:t>
            </a:r>
            <a:r>
              <a:rPr lang="pt-BR" sz="3200" b="1" dirty="0" err="1">
                <a:solidFill>
                  <a:schemeClr val="tx1"/>
                </a:solidFill>
              </a:rPr>
              <a:t>credit</a:t>
            </a:r>
            <a:r>
              <a:rPr lang="pt-BR" sz="3200" b="1" dirty="0">
                <a:solidFill>
                  <a:schemeClr val="tx1"/>
                </a:solidFill>
              </a:rPr>
              <a:t>-card-</a:t>
            </a:r>
            <a:r>
              <a:rPr lang="pt-BR" sz="3200" b="1" dirty="0" err="1">
                <a:solidFill>
                  <a:schemeClr val="tx1"/>
                </a:solidFill>
              </a:rPr>
              <a:t>fraud</a:t>
            </a:r>
            <a:r>
              <a:rPr lang="pt-BR" sz="3200" b="1" dirty="0">
                <a:solidFill>
                  <a:schemeClr val="tx1"/>
                </a:solidFill>
              </a:rPr>
              <a:t>&gt;.</a:t>
            </a:r>
          </a:p>
        </p:txBody>
      </p:sp>
      <p:pic>
        <p:nvPicPr>
          <p:cNvPr id="7" name="Imagem 6" descr="Diagrama&#10;&#10;O conteúdo gerado por IA pode estar incorreto.">
            <a:extLst>
              <a:ext uri="{FF2B5EF4-FFF2-40B4-BE49-F238E27FC236}">
                <a16:creationId xmlns:a16="http://schemas.microsoft.com/office/drawing/2014/main" id="{DE0425B4-4BBE-4119-F4E3-54908A697293}"/>
              </a:ext>
            </a:extLst>
          </p:cNvPr>
          <p:cNvPicPr>
            <a:picLocks noChangeAspect="1"/>
          </p:cNvPicPr>
          <p:nvPr/>
        </p:nvPicPr>
        <p:blipFill>
          <a:blip r:embed="rId2"/>
          <a:stretch>
            <a:fillRect/>
          </a:stretch>
        </p:blipFill>
        <p:spPr>
          <a:xfrm>
            <a:off x="23891884" y="692779"/>
            <a:ext cx="7724775" cy="3553028"/>
          </a:xfrm>
          <a:prstGeom prst="rect">
            <a:avLst/>
          </a:prstGeom>
        </p:spPr>
      </p:pic>
      <p:pic>
        <p:nvPicPr>
          <p:cNvPr id="11" name="Imagem 10">
            <a:extLst>
              <a:ext uri="{FF2B5EF4-FFF2-40B4-BE49-F238E27FC236}">
                <a16:creationId xmlns:a16="http://schemas.microsoft.com/office/drawing/2014/main" id="{16012876-1C84-8DE5-9B13-5905E424B1C3}"/>
              </a:ext>
            </a:extLst>
          </p:cNvPr>
          <p:cNvPicPr>
            <a:picLocks noChangeAspect="1"/>
          </p:cNvPicPr>
          <p:nvPr/>
        </p:nvPicPr>
        <p:blipFill>
          <a:blip r:embed="rId3"/>
          <a:stretch>
            <a:fillRect/>
          </a:stretch>
        </p:blipFill>
        <p:spPr>
          <a:xfrm>
            <a:off x="874034" y="1299271"/>
            <a:ext cx="10612836" cy="2368923"/>
          </a:xfrm>
          <a:prstGeom prst="rect">
            <a:avLst/>
          </a:prstGeom>
        </p:spPr>
      </p:pic>
      <p:pic>
        <p:nvPicPr>
          <p:cNvPr id="18" name="Imagem 17">
            <a:extLst>
              <a:ext uri="{FF2B5EF4-FFF2-40B4-BE49-F238E27FC236}">
                <a16:creationId xmlns:a16="http://schemas.microsoft.com/office/drawing/2014/main" id="{5B391E2B-9CEB-2EDC-14C4-6DB1450C26E2}"/>
              </a:ext>
            </a:extLst>
          </p:cNvPr>
          <p:cNvPicPr>
            <a:picLocks noChangeAspect="1"/>
          </p:cNvPicPr>
          <p:nvPr/>
        </p:nvPicPr>
        <p:blipFill>
          <a:blip r:embed="rId4"/>
          <a:stretch>
            <a:fillRect/>
          </a:stretch>
        </p:blipFill>
        <p:spPr>
          <a:xfrm>
            <a:off x="17145016" y="18597114"/>
            <a:ext cx="8717078" cy="7537141"/>
          </a:xfrm>
          <a:prstGeom prst="rect">
            <a:avLst/>
          </a:prstGeom>
        </p:spPr>
      </p:pic>
      <p:pic>
        <p:nvPicPr>
          <p:cNvPr id="8" name="Imagem 7">
            <a:extLst>
              <a:ext uri="{FF2B5EF4-FFF2-40B4-BE49-F238E27FC236}">
                <a16:creationId xmlns:a16="http://schemas.microsoft.com/office/drawing/2014/main" id="{D1C57ACE-018A-A386-57B3-8123449F9218}"/>
              </a:ext>
            </a:extLst>
          </p:cNvPr>
          <p:cNvPicPr>
            <a:picLocks noChangeAspect="1"/>
          </p:cNvPicPr>
          <p:nvPr/>
        </p:nvPicPr>
        <p:blipFill>
          <a:blip r:embed="rId5"/>
          <a:stretch>
            <a:fillRect/>
          </a:stretch>
        </p:blipFill>
        <p:spPr>
          <a:xfrm>
            <a:off x="16878125" y="11815819"/>
            <a:ext cx="2636267" cy="2514073"/>
          </a:xfrm>
          <a:prstGeom prst="rect">
            <a:avLst/>
          </a:prstGeom>
        </p:spPr>
      </p:pic>
      <p:pic>
        <p:nvPicPr>
          <p:cNvPr id="12" name="Imagem 11">
            <a:extLst>
              <a:ext uri="{FF2B5EF4-FFF2-40B4-BE49-F238E27FC236}">
                <a16:creationId xmlns:a16="http://schemas.microsoft.com/office/drawing/2014/main" id="{5A4CE893-9CD4-F7FE-B075-813F7EF22821}"/>
              </a:ext>
            </a:extLst>
          </p:cNvPr>
          <p:cNvPicPr>
            <a:picLocks noChangeAspect="1"/>
          </p:cNvPicPr>
          <p:nvPr/>
        </p:nvPicPr>
        <p:blipFill>
          <a:blip r:embed="rId6"/>
          <a:stretch>
            <a:fillRect/>
          </a:stretch>
        </p:blipFill>
        <p:spPr>
          <a:xfrm>
            <a:off x="19909165" y="11372277"/>
            <a:ext cx="6506243" cy="6215785"/>
          </a:xfrm>
          <a:prstGeom prst="rect">
            <a:avLst/>
          </a:prstGeom>
        </p:spPr>
      </p:pic>
      <p:pic>
        <p:nvPicPr>
          <p:cNvPr id="16" name="Imagem 15">
            <a:extLst>
              <a:ext uri="{FF2B5EF4-FFF2-40B4-BE49-F238E27FC236}">
                <a16:creationId xmlns:a16="http://schemas.microsoft.com/office/drawing/2014/main" id="{D3661822-4FE6-4F5E-91A5-A6CABDDC8627}"/>
              </a:ext>
            </a:extLst>
          </p:cNvPr>
          <p:cNvPicPr>
            <a:picLocks noChangeAspect="1"/>
          </p:cNvPicPr>
          <p:nvPr/>
        </p:nvPicPr>
        <p:blipFill>
          <a:blip r:embed="rId7"/>
          <a:stretch>
            <a:fillRect/>
          </a:stretch>
        </p:blipFill>
        <p:spPr>
          <a:xfrm>
            <a:off x="19226361" y="27125030"/>
            <a:ext cx="7452634" cy="5980673"/>
          </a:xfrm>
          <a:prstGeom prst="rect">
            <a:avLst/>
          </a:prstGeom>
        </p:spPr>
      </p:pic>
    </p:spTree>
  </p:cSld>
  <p:clrMapOvr>
    <a:masterClrMapping/>
  </p:clrMapOvr>
</p:sld>
</file>

<file path=ppt/theme/theme1.xml><?xml version="1.0" encoding="utf-8"?>
<a:theme xmlns:a="http://schemas.openxmlformats.org/drawingml/2006/main" name="Tema do Office">
  <a:themeElements>
    <a:clrScheme name="Escritório">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871</TotalTime>
  <Words>989</Words>
  <Application>Microsoft Office PowerPoint</Application>
  <PresentationFormat>Personalizar</PresentationFormat>
  <Paragraphs>45</Paragraphs>
  <Slides>1</Slides>
  <Notes>0</Notes>
  <HiddenSlides>0</HiddenSlides>
  <MMClips>0</MMClips>
  <ScaleCrop>false</ScaleCrop>
  <HeadingPairs>
    <vt:vector size="6" baseType="variant">
      <vt:variant>
        <vt:lpstr>Fontes usadas</vt:lpstr>
      </vt:variant>
      <vt:variant>
        <vt:i4>2</vt:i4>
      </vt:variant>
      <vt:variant>
        <vt:lpstr>Tema</vt:lpstr>
      </vt:variant>
      <vt:variant>
        <vt:i4>1</vt:i4>
      </vt:variant>
      <vt:variant>
        <vt:lpstr>Títulos de slides</vt:lpstr>
      </vt:variant>
      <vt:variant>
        <vt:i4>1</vt:i4>
      </vt:variant>
    </vt:vector>
  </HeadingPairs>
  <TitlesOfParts>
    <vt:vector size="4" baseType="lpstr">
      <vt:lpstr>Arial</vt:lpstr>
      <vt:lpstr>Calibri</vt:lpstr>
      <vt:lpstr>Tema do Office</vt:lpstr>
      <vt:lpstr>APRENDIZADO DE MÁQUINA PARA DETECÇÃO DE  FRAUDES EM TRANSAÇÕES COM CARTÕES DE CRÉDITO  George Gebers Brizolla; Júlio César de Jesus Barreto Souza; Marcelo Miranda Cavalcanti;  Pedro Lima Vergne; Zanoni Campos Fernandes; Orientador: Adailton de Jesus Cerqueira Júnior.  Universidade Salvador – Salvador – BA – Brasil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Computer on the Beach 2011</dc:title>
  <dc:creator>Tristao</dc:creator>
  <cp:lastModifiedBy>Zanoni Fernandes</cp:lastModifiedBy>
  <cp:revision>154</cp:revision>
  <dcterms:created xsi:type="dcterms:W3CDTF">2011-04-07T11:05:01Z</dcterms:created>
  <dcterms:modified xsi:type="dcterms:W3CDTF">2025-11-19T21:23:42Z</dcterms:modified>
</cp:coreProperties>
</file>